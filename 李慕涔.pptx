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646" r:id="rId2"/>
    <p:sldId id="645" r:id="rId3"/>
    <p:sldId id="647" r:id="rId4"/>
    <p:sldId id="648" r:id="rId5"/>
    <p:sldId id="64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096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F78"/>
    <a:srgbClr val="0070C0"/>
    <a:srgbClr val="FFFF05"/>
    <a:srgbClr val="0A7DD1"/>
    <a:srgbClr val="1F4E79"/>
    <a:srgbClr val="92D050"/>
    <a:srgbClr val="D36A24"/>
    <a:srgbClr val="E6E6E6"/>
    <a:srgbClr val="4472C4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3395C2-1C42-496B-8D8D-0B0886CB10DC}" v="139" dt="2023-06-15T07:51:41.8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854" y="43"/>
      </p:cViewPr>
      <p:guideLst>
        <p:guide pos="1096"/>
        <p:guide orient="horz"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ence Yang(楊金晶_PSZ)" userId="04050711-1c2b-4376-8c27-98d2e13849ce" providerId="ADAL" clId="{CF13A368-4EDE-4C54-A8E5-A890970F4A52}"/>
    <pc:docChg chg="undo custSel addSld delSld modSld sldOrd delMainMaster">
      <pc:chgData name="Terence Yang(楊金晶_PSZ)" userId="04050711-1c2b-4376-8c27-98d2e13849ce" providerId="ADAL" clId="{CF13A368-4EDE-4C54-A8E5-A890970F4A52}" dt="2023-06-15T00:22:06.123" v="1621" actId="207"/>
      <pc:docMkLst>
        <pc:docMk/>
      </pc:docMkLst>
      <pc:sldChg chg="modSp add del mod ord">
        <pc:chgData name="Terence Yang(楊金晶_PSZ)" userId="04050711-1c2b-4376-8c27-98d2e13849ce" providerId="ADAL" clId="{CF13A368-4EDE-4C54-A8E5-A890970F4A52}" dt="2023-06-14T02:41:38.588" v="1157"/>
        <pc:sldMkLst>
          <pc:docMk/>
          <pc:sldMk cId="365711868" sldId="274"/>
        </pc:sldMkLst>
        <pc:picChg chg="mod">
          <ac:chgData name="Terence Yang(楊金晶_PSZ)" userId="04050711-1c2b-4376-8c27-98d2e13849ce" providerId="ADAL" clId="{CF13A368-4EDE-4C54-A8E5-A890970F4A52}" dt="2023-06-14T02:41:37.511" v="1155" actId="1076"/>
          <ac:picMkLst>
            <pc:docMk/>
            <pc:sldMk cId="365711868" sldId="274"/>
            <ac:picMk id="3" creationId="{1D511E4B-0D8B-9DFE-1162-C144CD45B594}"/>
          </ac:picMkLst>
        </pc:picChg>
      </pc:sldChg>
      <pc:sldChg chg="addSp delSp modSp mod">
        <pc:chgData name="Terence Yang(楊金晶_PSZ)" userId="04050711-1c2b-4376-8c27-98d2e13849ce" providerId="ADAL" clId="{CF13A368-4EDE-4C54-A8E5-A890970F4A52}" dt="2023-06-15T00:22:06.123" v="1621" actId="207"/>
        <pc:sldMkLst>
          <pc:docMk/>
          <pc:sldMk cId="1301704567" sldId="275"/>
        </pc:sldMkLst>
        <pc:spChg chg="add mod">
          <ac:chgData name="Terence Yang(楊金晶_PSZ)" userId="04050711-1c2b-4376-8c27-98d2e13849ce" providerId="ADAL" clId="{CF13A368-4EDE-4C54-A8E5-A890970F4A52}" dt="2023-06-13T08:44:40.149" v="2"/>
          <ac:spMkLst>
            <pc:docMk/>
            <pc:sldMk cId="1301704567" sldId="275"/>
            <ac:spMk id="2" creationId="{73603D2B-7363-316C-BB94-0F3A10704A71}"/>
          </ac:spMkLst>
        </pc:spChg>
        <pc:spChg chg="add mod">
          <ac:chgData name="Terence Yang(楊金晶_PSZ)" userId="04050711-1c2b-4376-8c27-98d2e13849ce" providerId="ADAL" clId="{CF13A368-4EDE-4C54-A8E5-A890970F4A52}" dt="2023-06-13T08:44:40.149" v="2"/>
          <ac:spMkLst>
            <pc:docMk/>
            <pc:sldMk cId="1301704567" sldId="275"/>
            <ac:spMk id="3" creationId="{81BFC5C4-5AEF-4AFF-C4C4-4EAA4071E346}"/>
          </ac:spMkLst>
        </pc:spChg>
        <pc:spChg chg="add mod">
          <ac:chgData name="Terence Yang(楊金晶_PSZ)" userId="04050711-1c2b-4376-8c27-98d2e13849ce" providerId="ADAL" clId="{CF13A368-4EDE-4C54-A8E5-A890970F4A52}" dt="2023-06-13T08:46:28.219" v="35" actId="1076"/>
          <ac:spMkLst>
            <pc:docMk/>
            <pc:sldMk cId="1301704567" sldId="275"/>
            <ac:spMk id="4" creationId="{A7C1F5C7-8847-5B51-13CF-28487DC9496A}"/>
          </ac:spMkLst>
        </pc:spChg>
        <pc:spChg chg="add mod">
          <ac:chgData name="Terence Yang(楊金晶_PSZ)" userId="04050711-1c2b-4376-8c27-98d2e13849ce" providerId="ADAL" clId="{CF13A368-4EDE-4C54-A8E5-A890970F4A52}" dt="2023-06-13T08:45:53.897" v="34" actId="1076"/>
          <ac:spMkLst>
            <pc:docMk/>
            <pc:sldMk cId="1301704567" sldId="275"/>
            <ac:spMk id="5" creationId="{42F8EBAB-86C7-C120-BF75-3EE96A445AF8}"/>
          </ac:spMkLst>
        </pc:spChg>
        <pc:spChg chg="mod">
          <ac:chgData name="Terence Yang(楊金晶_PSZ)" userId="04050711-1c2b-4376-8c27-98d2e13849ce" providerId="ADAL" clId="{CF13A368-4EDE-4C54-A8E5-A890970F4A52}" dt="2023-06-13T08:45:31.937" v="31"/>
          <ac:spMkLst>
            <pc:docMk/>
            <pc:sldMk cId="1301704567" sldId="275"/>
            <ac:spMk id="7" creationId="{E22232EE-8F77-1A2B-EFB4-22ED55A92E1E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4" creationId="{5C65ABF1-4D9A-35C2-E859-29FF7800CB89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5" creationId="{A28ADF8C-B54F-CEA9-0669-63D5F087AA23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6" creationId="{F910F046-BBE9-1420-EC41-48A7D3AD728A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7" creationId="{05A3A7AF-660D-FFBE-67C2-802F2EF25731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8" creationId="{369F8E6F-8632-07CA-A13E-135A735A1181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9" creationId="{3A02AF5B-1558-C6C0-2A04-44E23A098861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22" creationId="{99342B4C-1018-816E-B928-303ED047E7F9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23" creationId="{7D8A45C4-BDB2-F11C-A466-8F427C2C8170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24" creationId="{CEA64FC0-EF0D-CC03-1DA9-4BC92D83CABD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25" creationId="{783B8D93-DF62-B740-C9B3-73A95C13C7E4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26" creationId="{4BEF3782-0335-0230-E412-DD0D1BE4A3A8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27" creationId="{73189CB6-D445-ED50-5D9F-E4326CB4AB45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28" creationId="{17863193-8EBE-83D0-F272-78792A0C1E1E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29" creationId="{10160A7F-5191-C969-F681-05996286B049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30" creationId="{FE8AF71D-568F-FF24-BFF4-BE8C84F5101F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31" creationId="{05DAC77B-B4E2-0975-7C5B-D5C07290E737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32" creationId="{A2D71533-A481-2F9C-6F5A-402FAED6DB8F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33" creationId="{BC000954-9C27-2737-B80A-54C217690B25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34" creationId="{9F504156-F4F7-FF4B-2BF8-DF9F9E5A2359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35" creationId="{05CA09A3-D0E9-B5AC-28DA-3D7C4579620B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36" creationId="{74154768-F571-494D-CE6B-A5B5EC4B1072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37" creationId="{99280A23-D5EF-4FC7-20E6-C9C0B19B9B7B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38" creationId="{80E8A46E-3226-1BDE-DC2C-82E3E6A03936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39" creationId="{5411685B-E68B-2C3D-61E7-9297967E727F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40" creationId="{4DAFD2D4-CCEF-C047-7EC7-667FAAD9C2A1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41" creationId="{DB231766-26F3-E2BD-4D6C-31784D3DE0CA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42" creationId="{7405DB95-7BF3-6E29-F17F-E4299E5B6A96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43" creationId="{31247639-E92B-1BC1-95CC-108AC7C7A8FE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44" creationId="{AB69317F-8016-B723-5EE2-16426790E608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45" creationId="{99E75D38-3368-4EE2-AE1B-40CADCCC1AD1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46" creationId="{4CCF8CEF-1B07-3218-B223-D3926BD3F93B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47" creationId="{AB4B4940-E665-8811-1B3A-9CD21CB018B8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48" creationId="{3F6478E2-B840-4D57-9B41-600F7CAB0255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49" creationId="{A2528A07-25F6-4666-0983-4B94A0159062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50" creationId="{8DD5958B-8A01-C0DA-578D-0423B5A0384D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51" creationId="{07775BCC-1FD5-EEEB-C93E-7584B52C039C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52" creationId="{2A5B9F25-4065-0901-9D5F-4F677CC4EB85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53" creationId="{F8C1E4CF-C498-B5F9-C5C6-232A3584F131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54" creationId="{BDFF397E-9129-09C1-F639-0F0C617FEEE6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55" creationId="{6B5D540C-7B02-3221-F13B-93F0CF749BD2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56" creationId="{1D98C4AA-B751-F50D-6799-4760329D08AA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57" creationId="{7376F16C-C9E4-2CC8-0539-79A7AFACC757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58" creationId="{81021932-3A7A-7327-2B7B-F75E097A136B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59" creationId="{237FF6FF-D9AE-65C6-C0FA-893E988A94E5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60" creationId="{125049B5-E3E0-4EC1-87EC-12C951ED555D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61" creationId="{E4A141DD-E108-00D7-82DD-FB0AECE304B9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62" creationId="{9A702917-2045-77F9-46D4-81279FB06B76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63" creationId="{D74F87C7-895B-374E-F327-29A983FED401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28" creationId="{B15A09F0-AA69-C00C-7426-3A25C05950B6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29" creationId="{3DD70B6B-9147-32DC-788B-9C63BDEAE3D2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30" creationId="{BEB0E669-5BDB-11E6-7BF2-6F102A7E19CA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31" creationId="{C7E86E33-AAAE-2901-9193-097D32955EA1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32" creationId="{111FAD48-FDF6-051A-8CAC-04888562B1EB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33" creationId="{32FCE346-8B24-0ED7-BEDE-DDB9B719B0B8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34" creationId="{286B9E37-0254-3543-93CB-FBD036AD325F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35" creationId="{2862E4B8-3203-4F53-A85B-EBA8F9703D61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36" creationId="{A5C4B8F8-C21B-0515-18FC-1A36FE85868F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37" creationId="{DC5DCB59-847E-BF24-1AE9-D5B82C76BA0A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38" creationId="{71A14E4D-645E-C827-D0B4-25527CA98D57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39" creationId="{F925A653-E080-C32F-305F-D5498F44DA13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40" creationId="{E06B8F0E-3EF6-5A76-DC78-2F70FD74636E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41" creationId="{351FD51C-853C-E545-C772-6BB1738FE69A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42" creationId="{878EED29-ED6F-634C-B461-468A4406CBD0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43" creationId="{C5ED86B3-E75E-B48E-E1D1-641F4683AEFB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44" creationId="{C53299DC-0321-1519-F6BD-A30B51E67F72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45" creationId="{BD93733E-C11B-F306-A5A5-AF357876571A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46" creationId="{137A053F-29FF-5585-B3E4-286DA2D678A7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47" creationId="{A876FA3E-F25A-1206-FB49-9F101DC55523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48" creationId="{71CBFDD6-901C-3EF8-0EF7-AF41F1E1B390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49" creationId="{2B9612DD-A009-1D9F-3EFB-034646EE3EA1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50" creationId="{60C103D7-7063-1088-31F6-687350AD7D6E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51" creationId="{7CE53A4C-CA83-8966-7DEA-FDFFD61B3748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52" creationId="{F040FA80-70D6-E73A-04A6-73456589802E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55" creationId="{AC1AA26E-9D9C-8330-C7F6-DD8B18252A47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59" creationId="{42E1F179-72F3-6692-2AE0-B60FBECB00C9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61" creationId="{D81D68D0-1D9F-703D-BDCD-701DB7275645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62" creationId="{1FE7D8F5-87F4-3CEF-3EBE-5EC7BCB2CDD7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164" creationId="{4D452A36-5429-CBF8-241B-2B7318161F17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615" creationId="{DEE98D46-8086-AC89-FE9A-C474E3E44AB9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631" creationId="{17C92BA0-D78D-070D-393A-719898E51B16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634" creationId="{F30B8AF1-2880-D48B-9AA0-1599A148656D}"/>
          </ac:spMkLst>
        </pc:spChg>
        <pc:spChg chg="mod">
          <ac:chgData name="Terence Yang(楊金晶_PSZ)" userId="04050711-1c2b-4376-8c27-98d2e13849ce" providerId="ADAL" clId="{CF13A368-4EDE-4C54-A8E5-A890970F4A52}" dt="2023-06-15T00:20:07.307" v="1577"/>
          <ac:spMkLst>
            <pc:docMk/>
            <pc:sldMk cId="1301704567" sldId="275"/>
            <ac:spMk id="635" creationId="{B1C32B71-0738-968C-2D08-161E61129634}"/>
          </ac:spMkLst>
        </pc:spChg>
        <pc:spChg chg="add mod">
          <ac:chgData name="Terence Yang(楊金晶_PSZ)" userId="04050711-1c2b-4376-8c27-98d2e13849ce" providerId="ADAL" clId="{CF13A368-4EDE-4C54-A8E5-A890970F4A52}" dt="2023-06-15T00:21:07.721" v="1588"/>
          <ac:spMkLst>
            <pc:docMk/>
            <pc:sldMk cId="1301704567" sldId="275"/>
            <ac:spMk id="636" creationId="{5685ACB4-6488-AEE8-7524-175FF0F4C0AC}"/>
          </ac:spMkLst>
        </pc:spChg>
        <pc:spChg chg="add mod">
          <ac:chgData name="Terence Yang(楊金晶_PSZ)" userId="04050711-1c2b-4376-8c27-98d2e13849ce" providerId="ADAL" clId="{CF13A368-4EDE-4C54-A8E5-A890970F4A52}" dt="2023-06-15T00:22:06.123" v="1621" actId="207"/>
          <ac:spMkLst>
            <pc:docMk/>
            <pc:sldMk cId="1301704567" sldId="275"/>
            <ac:spMk id="637" creationId="{475462C0-C681-B479-4A1F-CD026C371B3C}"/>
          </ac:spMkLst>
        </pc:spChg>
        <pc:spChg chg="add mod">
          <ac:chgData name="Terence Yang(楊金晶_PSZ)" userId="04050711-1c2b-4376-8c27-98d2e13849ce" providerId="ADAL" clId="{CF13A368-4EDE-4C54-A8E5-A890970F4A52}" dt="2023-06-15T00:21:56.311" v="1620"/>
          <ac:spMkLst>
            <pc:docMk/>
            <pc:sldMk cId="1301704567" sldId="275"/>
            <ac:spMk id="638" creationId="{A59F1AB0-89F4-33FC-AC40-1E661C604B80}"/>
          </ac:spMkLst>
        </pc:spChg>
        <pc:spChg chg="del">
          <ac:chgData name="Terence Yang(楊金晶_PSZ)" userId="04050711-1c2b-4376-8c27-98d2e13849ce" providerId="ADAL" clId="{CF13A368-4EDE-4C54-A8E5-A890970F4A52}" dt="2023-06-15T00:21:07.319" v="1587" actId="478"/>
          <ac:spMkLst>
            <pc:docMk/>
            <pc:sldMk cId="1301704567" sldId="275"/>
            <ac:spMk id="645" creationId="{9C2472AA-4185-77CE-5920-0C9B2B919F44}"/>
          </ac:spMkLst>
        </pc:spChg>
        <pc:spChg chg="mod">
          <ac:chgData name="Terence Yang(楊金晶_PSZ)" userId="04050711-1c2b-4376-8c27-98d2e13849ce" providerId="ADAL" clId="{CF13A368-4EDE-4C54-A8E5-A890970F4A52}" dt="2023-06-13T08:52:09.265" v="70" actId="1036"/>
          <ac:spMkLst>
            <pc:docMk/>
            <pc:sldMk cId="1301704567" sldId="275"/>
            <ac:spMk id="1706" creationId="{D2FE2295-C78C-835D-60CA-F97CA2B038DF}"/>
          </ac:spMkLst>
        </pc:spChg>
        <pc:spChg chg="mod">
          <ac:chgData name="Terence Yang(楊金晶_PSZ)" userId="04050711-1c2b-4376-8c27-98d2e13849ce" providerId="ADAL" clId="{CF13A368-4EDE-4C54-A8E5-A890970F4A52}" dt="2023-06-13T08:52:14.500" v="72" actId="1038"/>
          <ac:spMkLst>
            <pc:docMk/>
            <pc:sldMk cId="1301704567" sldId="275"/>
            <ac:spMk id="1742" creationId="{198195D2-8984-0B1E-87AC-6A6D197F77EA}"/>
          </ac:spMkLst>
        </pc:spChg>
        <pc:grpChg chg="add mod">
          <ac:chgData name="Terence Yang(楊金晶_PSZ)" userId="04050711-1c2b-4376-8c27-98d2e13849ce" providerId="ADAL" clId="{CF13A368-4EDE-4C54-A8E5-A890970F4A52}" dt="2023-06-13T08:45:53.897" v="34" actId="1076"/>
          <ac:grpSpMkLst>
            <pc:docMk/>
            <pc:sldMk cId="1301704567" sldId="275"/>
            <ac:grpSpMk id="6" creationId="{F346C6BA-A6C3-24A6-02D9-8535557D6697}"/>
          </ac:grpSpMkLst>
        </pc:grpChg>
        <pc:grpChg chg="add mod ord">
          <ac:chgData name="Terence Yang(楊金晶_PSZ)" userId="04050711-1c2b-4376-8c27-98d2e13849ce" providerId="ADAL" clId="{CF13A368-4EDE-4C54-A8E5-A890970F4A52}" dt="2023-06-15T00:20:09.416" v="1578" actId="167"/>
          <ac:grpSpMkLst>
            <pc:docMk/>
            <pc:sldMk cId="1301704567" sldId="275"/>
            <ac:grpSpMk id="10" creationId="{E24A214E-0F00-048E-2F5D-DAAD2437A2B0}"/>
          </ac:grpSpMkLst>
        </pc:grpChg>
        <pc:grpChg chg="mod">
          <ac:chgData name="Terence Yang(楊金晶_PSZ)" userId="04050711-1c2b-4376-8c27-98d2e13849ce" providerId="ADAL" clId="{CF13A368-4EDE-4C54-A8E5-A890970F4A52}" dt="2023-06-15T00:20:07.307" v="1577"/>
          <ac:grpSpMkLst>
            <pc:docMk/>
            <pc:sldMk cId="1301704567" sldId="275"/>
            <ac:grpSpMk id="11" creationId="{5C3F9BAA-ECEE-E221-16F0-B66C24E20FB3}"/>
          </ac:grpSpMkLst>
        </pc:grpChg>
        <pc:grpChg chg="mod">
          <ac:chgData name="Terence Yang(楊金晶_PSZ)" userId="04050711-1c2b-4376-8c27-98d2e13849ce" providerId="ADAL" clId="{CF13A368-4EDE-4C54-A8E5-A890970F4A52}" dt="2023-06-15T00:20:07.307" v="1577"/>
          <ac:grpSpMkLst>
            <pc:docMk/>
            <pc:sldMk cId="1301704567" sldId="275"/>
            <ac:grpSpMk id="12" creationId="{590FA2C5-84C2-06AC-FBD0-FDA489179D85}"/>
          </ac:grpSpMkLst>
        </pc:grpChg>
        <pc:grpChg chg="mod">
          <ac:chgData name="Terence Yang(楊金晶_PSZ)" userId="04050711-1c2b-4376-8c27-98d2e13849ce" providerId="ADAL" clId="{CF13A368-4EDE-4C54-A8E5-A890970F4A52}" dt="2023-06-15T00:20:07.307" v="1577"/>
          <ac:grpSpMkLst>
            <pc:docMk/>
            <pc:sldMk cId="1301704567" sldId="275"/>
            <ac:grpSpMk id="13" creationId="{4EB3E512-0772-0E65-0A0B-C9C835512E5F}"/>
          </ac:grpSpMkLst>
        </pc:grpChg>
        <pc:grpChg chg="mod">
          <ac:chgData name="Terence Yang(楊金晶_PSZ)" userId="04050711-1c2b-4376-8c27-98d2e13849ce" providerId="ADAL" clId="{CF13A368-4EDE-4C54-A8E5-A890970F4A52}" dt="2023-06-15T00:20:07.307" v="1577"/>
          <ac:grpSpMkLst>
            <pc:docMk/>
            <pc:sldMk cId="1301704567" sldId="275"/>
            <ac:grpSpMk id="20" creationId="{8F55B058-C52D-2E28-7E70-621A4EBABD2D}"/>
          </ac:grpSpMkLst>
        </pc:grpChg>
        <pc:grpChg chg="mod">
          <ac:chgData name="Terence Yang(楊金晶_PSZ)" userId="04050711-1c2b-4376-8c27-98d2e13849ce" providerId="ADAL" clId="{CF13A368-4EDE-4C54-A8E5-A890970F4A52}" dt="2023-06-15T00:20:07.307" v="1577"/>
          <ac:grpSpMkLst>
            <pc:docMk/>
            <pc:sldMk cId="1301704567" sldId="275"/>
            <ac:grpSpMk id="21" creationId="{59314CAD-4639-5A64-D3C3-5CD0C247792A}"/>
          </ac:grpSpMkLst>
        </pc:grpChg>
        <pc:grpChg chg="mod">
          <ac:chgData name="Terence Yang(楊金晶_PSZ)" userId="04050711-1c2b-4376-8c27-98d2e13849ce" providerId="ADAL" clId="{CF13A368-4EDE-4C54-A8E5-A890970F4A52}" dt="2023-06-15T00:20:07.307" v="1577"/>
          <ac:grpSpMkLst>
            <pc:docMk/>
            <pc:sldMk cId="1301704567" sldId="275"/>
            <ac:grpSpMk id="165" creationId="{ADF0B8B0-7596-9C25-2446-9FEDC7A80446}"/>
          </ac:grpSpMkLst>
        </pc:grpChg>
        <pc:grpChg chg="mod">
          <ac:chgData name="Terence Yang(楊金晶_PSZ)" userId="04050711-1c2b-4376-8c27-98d2e13849ce" providerId="ADAL" clId="{CF13A368-4EDE-4C54-A8E5-A890970F4A52}" dt="2023-06-15T00:20:07.307" v="1577"/>
          <ac:grpSpMkLst>
            <pc:docMk/>
            <pc:sldMk cId="1301704567" sldId="275"/>
            <ac:grpSpMk id="166" creationId="{5912B969-37C0-9013-E512-4F24E0C99F22}"/>
          </ac:grpSpMkLst>
        </pc:grpChg>
        <pc:grpChg chg="mod">
          <ac:chgData name="Terence Yang(楊金晶_PSZ)" userId="04050711-1c2b-4376-8c27-98d2e13849ce" providerId="ADAL" clId="{CF13A368-4EDE-4C54-A8E5-A890970F4A52}" dt="2023-06-15T00:20:07.307" v="1577"/>
          <ac:grpSpMkLst>
            <pc:docMk/>
            <pc:sldMk cId="1301704567" sldId="275"/>
            <ac:grpSpMk id="588" creationId="{BB7F5641-0A71-DBAE-444A-3EF11BF11B77}"/>
          </ac:grpSpMkLst>
        </pc:grpChg>
        <pc:grpChg chg="mod">
          <ac:chgData name="Terence Yang(楊金晶_PSZ)" userId="04050711-1c2b-4376-8c27-98d2e13849ce" providerId="ADAL" clId="{CF13A368-4EDE-4C54-A8E5-A890970F4A52}" dt="2023-06-15T00:20:07.307" v="1577"/>
          <ac:grpSpMkLst>
            <pc:docMk/>
            <pc:sldMk cId="1301704567" sldId="275"/>
            <ac:grpSpMk id="589" creationId="{509C8F9F-D2C1-4D71-6C5C-BF1DC8B92C55}"/>
          </ac:grpSpMkLst>
        </pc:grpChg>
        <pc:grpChg chg="del">
          <ac:chgData name="Terence Yang(楊金晶_PSZ)" userId="04050711-1c2b-4376-8c27-98d2e13849ce" providerId="ADAL" clId="{CF13A368-4EDE-4C54-A8E5-A890970F4A52}" dt="2023-06-15T00:20:06.270" v="1576" actId="478"/>
          <ac:grpSpMkLst>
            <pc:docMk/>
            <pc:sldMk cId="1301704567" sldId="275"/>
            <ac:grpSpMk id="1426" creationId="{8BC6C308-5D64-6ABE-3C14-CFC6DD97C1CD}"/>
          </ac:grpSpMkLst>
        </pc:grpChg>
        <pc:picChg chg="mod">
          <ac:chgData name="Terence Yang(楊金晶_PSZ)" userId="04050711-1c2b-4376-8c27-98d2e13849ce" providerId="ADAL" clId="{CF13A368-4EDE-4C54-A8E5-A890970F4A52}" dt="2023-06-13T08:49:53.560" v="40" actId="1037"/>
          <ac:picMkLst>
            <pc:docMk/>
            <pc:sldMk cId="1301704567" sldId="275"/>
            <ac:picMk id="8" creationId="{A6047A7B-CE93-F18B-D429-580B095F56BC}"/>
          </ac:picMkLst>
        </pc:picChg>
        <pc:picChg chg="add mod">
          <ac:chgData name="Terence Yang(楊金晶_PSZ)" userId="04050711-1c2b-4376-8c27-98d2e13849ce" providerId="ADAL" clId="{CF13A368-4EDE-4C54-A8E5-A890970F4A52}" dt="2023-06-13T08:45:53.897" v="34" actId="1076"/>
          <ac:picMkLst>
            <pc:docMk/>
            <pc:sldMk cId="1301704567" sldId="275"/>
            <ac:picMk id="9" creationId="{DA67484A-FF39-4827-39E2-1EF866C1537E}"/>
          </ac:picMkLst>
        </pc:picChg>
        <pc:picChg chg="del">
          <ac:chgData name="Terence Yang(楊金晶_PSZ)" userId="04050711-1c2b-4376-8c27-98d2e13849ce" providerId="ADAL" clId="{CF13A368-4EDE-4C54-A8E5-A890970F4A52}" dt="2023-06-14T02:34:17.693" v="1148" actId="478"/>
          <ac:picMkLst>
            <pc:docMk/>
            <pc:sldMk cId="1301704567" sldId="275"/>
            <ac:picMk id="1772" creationId="{76ED13EB-D79C-52A6-B83C-B3C8F2DEC245}"/>
          </ac:picMkLst>
        </pc:pic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53" creationId="{CEB9B196-D845-EA89-2EF6-06B7C862EA83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54" creationId="{AF630871-7610-30ED-3BDD-AD318C714254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56" creationId="{125EA222-E572-D085-1D50-0CF31D9D3D1F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57" creationId="{F5361BF9-1D7F-687F-B226-EE75D1F9CFAE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58" creationId="{E7F8240C-96A5-3AD6-1585-E26C610C7B1D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60" creationId="{DE761322-D2F7-5743-B756-BB70D33A1C67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63" creationId="{C5DF0FC6-F0D1-35E2-BC33-5597784CFB71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67" creationId="{11B29112-9F48-16F1-1F8E-A0C885141779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79" creationId="{C2F7E109-6BDF-1261-27B2-58B74B3B9B21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80" creationId="{9736B93B-B40C-CFA7-DB5F-B8A8DCA1651B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81" creationId="{51FAA1F8-2288-4492-9677-B2CB1E940D02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82" creationId="{1DF41A48-2EEE-C593-16E3-542613D56FF2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83" creationId="{3023A879-4D28-E412-1BD6-E5F10E22C9D1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84" creationId="{2B6AC0F2-66EB-1756-68C8-CFD8C1014CB5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85" creationId="{544ACE3C-B704-28E1-79F5-A1261D548491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86" creationId="{0B2D5AB9-4B2A-938A-7FDD-2E0AF17F82C0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87" creationId="{35FE7203-ED8D-A9F6-8EC9-AC1F5151A164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88" creationId="{FDD3FDFF-369D-8219-B611-4A867FE4C2BC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89" creationId="{DCC150B5-BF57-D5EB-3302-75C17F97988D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90" creationId="{74A4018A-D577-F35A-798C-FF900114E00C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191" creationId="{2E126EBD-4E32-9542-F022-76522FCCA8A7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76" creationId="{11D10DA7-28A9-A100-0FA0-318183D2164A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77" creationId="{56026C6B-AB15-D728-2512-A7B0E1A9BFCB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78" creationId="{8014BC0D-F6BA-D6B2-F8CB-EECDE06A45F6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79" creationId="{760173DB-150F-7CA8-CC2D-D648A80BC718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80" creationId="{2EE15F7E-8718-9129-4161-9C7186522080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81" creationId="{93A844FE-1A39-1173-8741-3AD60967DC13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82" creationId="{7D463406-EEAA-7318-30A9-A76F8C88B33D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83" creationId="{1F300CCA-0D5D-11FE-A5D7-9D6AD3D56A59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84" creationId="{90A3D1C6-3B72-E409-3212-5AA37B5CDC22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85" creationId="{C27A932E-9052-4132-FD32-1710CBAAD5BF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86" creationId="{74E94323-EA36-A511-6D42-4A4C9C56EAE2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87" creationId="{4C80A570-5A4B-4C1E-BAF7-5F98081E0192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90" creationId="{2A861FBA-36CC-91A5-B4AC-0CFE99E908CA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91" creationId="{DEDB6DE3-2E7F-E6A4-AE23-D6B9E7AB871A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92" creationId="{D43940A3-8985-6DA2-42EF-D85A92CD104B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93" creationId="{4005588B-54FA-0492-9B82-423424CA2733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94" creationId="{BD794A94-CB6D-F836-B52D-7DB7C820A37E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95" creationId="{3AC28C23-6E0B-76C9-B926-75BCB00DC986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96" creationId="{933E1859-D153-405F-C6F0-0EBB81357E5C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97" creationId="{9D52BF43-8CE1-AAFF-A761-22CB7F1E8546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98" creationId="{81904EF4-B2EB-7F8D-6D6F-2133D964BD9E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599" creationId="{1DBBA019-B7DC-1661-E255-3F3BB900F624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600" creationId="{C893F912-A249-8772-5E07-DADD41A830BA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601" creationId="{32F3CE15-9757-3168-1655-0581B486BCAA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602" creationId="{92B7683D-DD0F-1E57-440B-F77618A94675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603" creationId="{A6B20E4B-3478-E5C8-9502-CD11F526BA71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604" creationId="{EA37FC56-00FA-62B7-1219-03E5369B0291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605" creationId="{6AD3F30A-849F-A6A4-66B6-D2471F9308C6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606" creationId="{09DB2073-B51A-8BB8-05C2-3B5097E03F95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607" creationId="{45B21D8F-2F6B-663B-1944-52034A57D877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608" creationId="{1F5F7E9F-1B5C-DD2C-DD75-5795B8F0DB8B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609" creationId="{CD39A5FC-DC0E-A432-B420-F597293134BC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610" creationId="{0764B815-957F-4B0E-E9A7-ADA2AEEC5C91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611" creationId="{5E5824F3-0EB6-A7FC-4D44-BA904C809DA5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612" creationId="{857BDA35-1531-7B15-E99E-3A6DBFD44B1D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613" creationId="{5E327999-D159-AD6D-986F-5A14E71D08CB}"/>
          </ac:cxnSpMkLst>
        </pc:cxnChg>
        <pc:cxnChg chg="mod">
          <ac:chgData name="Terence Yang(楊金晶_PSZ)" userId="04050711-1c2b-4376-8c27-98d2e13849ce" providerId="ADAL" clId="{CF13A368-4EDE-4C54-A8E5-A890970F4A52}" dt="2023-06-15T00:20:07.307" v="1577"/>
          <ac:cxnSpMkLst>
            <pc:docMk/>
            <pc:sldMk cId="1301704567" sldId="275"/>
            <ac:cxnSpMk id="614" creationId="{786DE354-5BF3-45A6-F664-C570C56B22E6}"/>
          </ac:cxnSpMkLst>
        </pc:cxnChg>
      </pc:sldChg>
      <pc:sldChg chg="addSp delSp modSp mod modTransition">
        <pc:chgData name="Terence Yang(楊金晶_PSZ)" userId="04050711-1c2b-4376-8c27-98d2e13849ce" providerId="ADAL" clId="{CF13A368-4EDE-4C54-A8E5-A890970F4A52}" dt="2023-06-15T00:20:52.808" v="1583" actId="1076"/>
        <pc:sldMkLst>
          <pc:docMk/>
          <pc:sldMk cId="697598871" sldId="276"/>
        </pc:sldMkLst>
        <pc:spChg chg="add del mod">
          <ac:chgData name="Terence Yang(楊金晶_PSZ)" userId="04050711-1c2b-4376-8c27-98d2e13849ce" providerId="ADAL" clId="{CF13A368-4EDE-4C54-A8E5-A890970F4A52}" dt="2023-06-14T03:05:45.878" v="1302" actId="478"/>
          <ac:spMkLst>
            <pc:docMk/>
            <pc:sldMk cId="697598871" sldId="276"/>
            <ac:spMk id="2" creationId="{9C7EA9C1-FEB3-F491-BB3A-9E8C6B413195}"/>
          </ac:spMkLst>
        </pc:spChg>
        <pc:spChg chg="add del mod">
          <ac:chgData name="Terence Yang(楊金晶_PSZ)" userId="04050711-1c2b-4376-8c27-98d2e13849ce" providerId="ADAL" clId="{CF13A368-4EDE-4C54-A8E5-A890970F4A52}" dt="2023-06-14T03:06:08.278" v="1306" actId="478"/>
          <ac:spMkLst>
            <pc:docMk/>
            <pc:sldMk cId="697598871" sldId="276"/>
            <ac:spMk id="4" creationId="{A1D4A97C-12A9-3256-339F-7A8BD813E04A}"/>
          </ac:spMkLst>
        </pc:spChg>
        <pc:spChg chg="add mod">
          <ac:chgData name="Terence Yang(楊金晶_PSZ)" userId="04050711-1c2b-4376-8c27-98d2e13849ce" providerId="ADAL" clId="{CF13A368-4EDE-4C54-A8E5-A890970F4A52}" dt="2023-06-14T03:45:49.443" v="1499" actId="20577"/>
          <ac:spMkLst>
            <pc:docMk/>
            <pc:sldMk cId="697598871" sldId="276"/>
            <ac:spMk id="6" creationId="{00F92057-C895-16BB-EF07-049C91026D9C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8" creationId="{1A3837E4-B96A-76EA-BE73-5C837141CCA1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9" creationId="{DDA830CC-129D-3459-A63B-6FE6041DFF99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0" creationId="{973A6E7E-85B1-73F6-F9CF-65E7A680DD84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1" creationId="{DDF79998-2960-B405-6A8C-537BD19C2022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2" creationId="{B9706FB0-FD98-6914-C7CC-259566D598F8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3" creationId="{38FD092D-1175-6BB6-7AC1-52CBF99495B2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7" creationId="{8E5045DA-E4B5-118A-2FFF-F54FF914D94E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20" creationId="{0D4A032B-237F-48D0-7689-EF204F6EDF83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21" creationId="{D39867A8-2DDA-457F-6114-8ACF9A729163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22" creationId="{46FDA90D-F669-FDE5-F91D-5DE4D19F5671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23" creationId="{8300BFEB-F5E1-C8FD-B7B2-07DAE0DA8A03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24" creationId="{D147034A-92FE-472A-DD15-D5559A2854C3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28" creationId="{04D8445B-1235-E108-9063-1393AA19C9E9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29" creationId="{053CBC94-823F-598D-DD28-2986559E0578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30" creationId="{C41334A3-FA8E-6222-142D-82DDA24CAC65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31" creationId="{DD47546B-D72C-3804-762D-E291C341EE34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36" creationId="{9A605054-E7EF-D4ED-109D-1C83876405EF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37" creationId="{FFB90843-E81A-FF9B-6487-55BAC70E6BA2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38" creationId="{D107BF93-47D5-7583-12F8-906E0639C4E6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39" creationId="{CB68B7BA-0BC2-C1FE-4707-BB23E9E23BE5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41" creationId="{E90193F6-8041-2F2C-8B02-8C478E4CCC6D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44" creationId="{3208A1F6-F175-F396-03BC-29DCD7F2FE80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45" creationId="{2FAE6250-1F58-B22C-F69A-EF688B3A12C6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46" creationId="{06F4F37F-0FBA-BFAA-5305-B51807FDAFE0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47" creationId="{AB151378-4DC3-FF7B-4EB6-B7EE8B61DEAD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48" creationId="{BFE60473-ED00-B4E9-0040-242F8D46C85D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49" creationId="{8B3142AC-234A-1A35-5BF2-950C9F154024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50" creationId="{C29E20E8-19B3-0E6B-54A4-95DD0E582014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51" creationId="{48BAB1EE-375D-2DBD-D233-6BB53C311D5B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52" creationId="{CFDE1956-6101-3852-EA34-B3BFF04EE3FF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53" creationId="{BA874986-E7C0-2F0D-22AD-E73AD47D471A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54" creationId="{A9A59232-0F18-77E1-F572-11C297ABE6D1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55" creationId="{F3A0D756-3529-940C-5712-7693D369C9AA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56" creationId="{8003BE7C-EC80-2823-881D-5A3C59CADB41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57" creationId="{05881613-1016-C012-F462-4C496FF039A2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58" creationId="{988BF99B-B838-4DE4-875F-390F6466B764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59" creationId="{49D0B071-8C3A-CF19-DFDF-D5A19256E8AD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60" creationId="{1ABC649D-217E-792C-D3BD-9383ABD2B572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30" creationId="{00497D18-6679-AAFD-D95A-30DE3DA0EF2A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32" creationId="{23D645BA-0AA6-AC7D-D7DE-EE024CBD86FC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33" creationId="{4B5AE5D5-B0BD-5215-19A6-46DF28623303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36" creationId="{A9560BB9-D9A3-8BEB-B3EC-822077373843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37" creationId="{C5DFEC38-2651-650C-42E4-66C8398AF70A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38" creationId="{A91E4DD4-0174-ED45-B9BF-6255AE0D3758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39" creationId="{9974B8C5-71E6-271C-53E5-4D9725C614F2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40" creationId="{0F104505-EA4C-A093-324D-4F0346F933A0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41" creationId="{46D8C388-C82F-F151-DBFD-D7EFB79228D2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42" creationId="{26CAFA52-8B64-0B75-5CBE-91BED3F3777B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43" creationId="{A9292F90-082B-8322-6A62-EB0B5AF1C03C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44" creationId="{FE50AFE2-3178-F77F-E5F8-3FBB65FD966B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45" creationId="{2DFF9A40-77F5-B583-FDE2-AAB50F66C0A4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46" creationId="{E68A6C4C-3DCE-68B0-9CB7-C959B9C8E8CF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47" creationId="{96D25E1A-2B9C-76E2-9869-D8C97B41BC12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48" creationId="{D28AAA89-7F08-38EE-3290-ECA822C40086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49" creationId="{9DAEE622-0B25-FEB6-BA60-76BC44977B37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50" creationId="{3E472352-B2A5-547F-25BB-F51B05EB9186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51" creationId="{0C563C99-6161-1DF2-E885-6DFAEA64FBE2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52" creationId="{CE84D74C-F099-96F4-2AAB-F7DB44474961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53" creationId="{23016FAF-D7F1-2823-3C05-4F2C5B570180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54" creationId="{6041619C-A94B-9D18-54B9-FDBD2B063C2C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55" creationId="{B6019EED-6DAB-62D1-E906-23A44FD11E8B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56" creationId="{D705E359-07C1-6222-3020-E61C68C9CC9A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57" creationId="{6FA2CA39-D8AD-207C-128F-FA4A107DC3F5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58" creationId="{9A3C0148-CC1F-A76E-EA6F-9F3FFC40E213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59" creationId="{8FAD3E71-91F8-8D34-E782-81B7EE3EC956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60" creationId="{A40F7F70-4D0A-A2FB-4064-6CF75FF3D7C4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61" creationId="{5463B669-B444-7F2C-4ADC-94035F11BA3B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62" creationId="{E26604D7-3094-B488-29B8-609411DBA519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63" creationId="{2807B10B-B698-2F96-6139-6E2E9EC1522F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64" creationId="{E51E427E-9CBD-1E45-F2D9-5189223E5553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65" creationId="{BA731E24-640D-0A22-A9AB-340D76F9731C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66" creationId="{41681BFC-ECEF-2013-5F65-0C1AB3863F7D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67" creationId="{EBF3023A-93FA-502F-1DA9-386E121414CC}"/>
          </ac:spMkLst>
        </pc:spChg>
        <pc:spChg chg="mod">
          <ac:chgData name="Terence Yang(楊金晶_PSZ)" userId="04050711-1c2b-4376-8c27-98d2e13849ce" providerId="ADAL" clId="{CF13A368-4EDE-4C54-A8E5-A890970F4A52}" dt="2023-06-14T03:17:50.621" v="1421" actId="554"/>
          <ac:spMkLst>
            <pc:docMk/>
            <pc:sldMk cId="697598871" sldId="276"/>
            <ac:spMk id="168" creationId="{1FE6D6A1-89D9-BA08-41DF-B5B3FAE93AD6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81" creationId="{89861632-989C-D9AC-EE46-E88F7F53EF6F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85" creationId="{1F051350-909C-F3B4-C53C-87CAFF8A8B18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87" creationId="{CFF76021-8C6A-E868-B8FA-9AF264ACFDD0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88" creationId="{83BBB7DF-884B-CB48-E276-2E677EA6B3C3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190" creationId="{EFEBC92F-32ED-36E1-3A20-20D15FF2A923}"/>
          </ac:spMkLst>
        </pc:spChg>
        <pc:spChg chg="mod">
          <ac:chgData name="Terence Yang(楊金晶_PSZ)" userId="04050711-1c2b-4376-8c27-98d2e13849ce" providerId="ADAL" clId="{CF13A368-4EDE-4C54-A8E5-A890970F4A52}" dt="2023-06-15T00:20:52.808" v="1583" actId="1076"/>
          <ac:spMkLst>
            <pc:docMk/>
            <pc:sldMk cId="697598871" sldId="276"/>
            <ac:spMk id="645" creationId="{9C2472AA-4185-77CE-5920-0C9B2B919F44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660" creationId="{CC6BA718-C24F-3D27-504A-218654C0E3FD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661" creationId="{3CF41A38-6DFC-DF93-56C8-69C584BCFA34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662" creationId="{5D725D38-E041-CA1B-4898-685D5A3A6B9A}"/>
          </ac:spMkLst>
        </pc:spChg>
        <pc:spChg chg="mod">
          <ac:chgData name="Terence Yang(楊金晶_PSZ)" userId="04050711-1c2b-4376-8c27-98d2e13849ce" providerId="ADAL" clId="{CF13A368-4EDE-4C54-A8E5-A890970F4A52}" dt="2023-06-15T00:20:20.449" v="1581"/>
          <ac:spMkLst>
            <pc:docMk/>
            <pc:sldMk cId="697598871" sldId="276"/>
            <ac:spMk id="663" creationId="{6150B9ED-F6E7-7571-965E-2AC0FD742BCE}"/>
          </ac:spMkLst>
        </pc:spChg>
        <pc:spChg chg="mod">
          <ac:chgData name="Terence Yang(楊金晶_PSZ)" userId="04050711-1c2b-4376-8c27-98d2e13849ce" providerId="ADAL" clId="{CF13A368-4EDE-4C54-A8E5-A890970F4A52}" dt="2023-06-14T03:08:30.499" v="1327" actId="1076"/>
          <ac:spMkLst>
            <pc:docMk/>
            <pc:sldMk cId="697598871" sldId="276"/>
            <ac:spMk id="739" creationId="{03A4CAB2-80D6-0A71-A568-71BFBFB0AC81}"/>
          </ac:spMkLst>
        </pc:spChg>
        <pc:grpChg chg="add mod ord">
          <ac:chgData name="Terence Yang(楊金晶_PSZ)" userId="04050711-1c2b-4376-8c27-98d2e13849ce" providerId="ADAL" clId="{CF13A368-4EDE-4C54-A8E5-A890970F4A52}" dt="2023-06-15T00:20:22.534" v="1582" actId="167"/>
          <ac:grpSpMkLst>
            <pc:docMk/>
            <pc:sldMk cId="697598871" sldId="276"/>
            <ac:grpSpMk id="2" creationId="{D9775C40-162A-F87C-BA39-E4AD55A4989C}"/>
          </ac:grpSpMkLst>
        </pc:grpChg>
        <pc:grpChg chg="mod">
          <ac:chgData name="Terence Yang(楊金晶_PSZ)" userId="04050711-1c2b-4376-8c27-98d2e13849ce" providerId="ADAL" clId="{CF13A368-4EDE-4C54-A8E5-A890970F4A52}" dt="2023-06-15T00:20:20.449" v="1581"/>
          <ac:grpSpMkLst>
            <pc:docMk/>
            <pc:sldMk cId="697598871" sldId="276"/>
            <ac:grpSpMk id="4" creationId="{2CF8BB26-3D6D-E43F-3A8B-A4067B0AB408}"/>
          </ac:grpSpMkLst>
        </pc:grpChg>
        <pc:grpChg chg="mod">
          <ac:chgData name="Terence Yang(楊金晶_PSZ)" userId="04050711-1c2b-4376-8c27-98d2e13849ce" providerId="ADAL" clId="{CF13A368-4EDE-4C54-A8E5-A890970F4A52}" dt="2023-06-15T00:20:20.449" v="1581"/>
          <ac:grpSpMkLst>
            <pc:docMk/>
            <pc:sldMk cId="697598871" sldId="276"/>
            <ac:grpSpMk id="5" creationId="{6200F2FE-DB0E-DD0F-B572-3CD66679A66F}"/>
          </ac:grpSpMkLst>
        </pc:grpChg>
        <pc:grpChg chg="mod">
          <ac:chgData name="Terence Yang(楊金晶_PSZ)" userId="04050711-1c2b-4376-8c27-98d2e13849ce" providerId="ADAL" clId="{CF13A368-4EDE-4C54-A8E5-A890970F4A52}" dt="2023-06-15T00:20:20.449" v="1581"/>
          <ac:grpSpMkLst>
            <pc:docMk/>
            <pc:sldMk cId="697598871" sldId="276"/>
            <ac:grpSpMk id="7" creationId="{CEAAD2C4-2B13-0ABC-2D5F-CD977AB9760D}"/>
          </ac:grpSpMkLst>
        </pc:grpChg>
        <pc:grpChg chg="mod">
          <ac:chgData name="Terence Yang(楊金晶_PSZ)" userId="04050711-1c2b-4376-8c27-98d2e13849ce" providerId="ADAL" clId="{CF13A368-4EDE-4C54-A8E5-A890970F4A52}" dt="2023-06-15T00:20:20.449" v="1581"/>
          <ac:grpSpMkLst>
            <pc:docMk/>
            <pc:sldMk cId="697598871" sldId="276"/>
            <ac:grpSpMk id="14" creationId="{2D4981D2-F525-0D97-582E-23ACDBBC1924}"/>
          </ac:grpSpMkLst>
        </pc:grpChg>
        <pc:grpChg chg="mod">
          <ac:chgData name="Terence Yang(楊金晶_PSZ)" userId="04050711-1c2b-4376-8c27-98d2e13849ce" providerId="ADAL" clId="{CF13A368-4EDE-4C54-A8E5-A890970F4A52}" dt="2023-06-15T00:20:20.449" v="1581"/>
          <ac:grpSpMkLst>
            <pc:docMk/>
            <pc:sldMk cId="697598871" sldId="276"/>
            <ac:grpSpMk id="15" creationId="{76109758-DBFA-29CF-2FD4-D01D45FCAD4E}"/>
          </ac:grpSpMkLst>
        </pc:grpChg>
        <pc:grpChg chg="mod">
          <ac:chgData name="Terence Yang(楊金晶_PSZ)" userId="04050711-1c2b-4376-8c27-98d2e13849ce" providerId="ADAL" clId="{CF13A368-4EDE-4C54-A8E5-A890970F4A52}" dt="2023-06-15T00:20:20.449" v="1581"/>
          <ac:grpSpMkLst>
            <pc:docMk/>
            <pc:sldMk cId="697598871" sldId="276"/>
            <ac:grpSpMk id="191" creationId="{390B69AB-7B65-9BB4-B11E-523B30247FA3}"/>
          </ac:grpSpMkLst>
        </pc:grpChg>
        <pc:grpChg chg="mod">
          <ac:chgData name="Terence Yang(楊金晶_PSZ)" userId="04050711-1c2b-4376-8c27-98d2e13849ce" providerId="ADAL" clId="{CF13A368-4EDE-4C54-A8E5-A890970F4A52}" dt="2023-06-15T00:20:20.449" v="1581"/>
          <ac:grpSpMkLst>
            <pc:docMk/>
            <pc:sldMk cId="697598871" sldId="276"/>
            <ac:grpSpMk id="576" creationId="{F1E39FD2-0666-5AAA-ED66-4402E234E8C9}"/>
          </ac:grpSpMkLst>
        </pc:grpChg>
        <pc:grpChg chg="mod">
          <ac:chgData name="Terence Yang(楊金晶_PSZ)" userId="04050711-1c2b-4376-8c27-98d2e13849ce" providerId="ADAL" clId="{CF13A368-4EDE-4C54-A8E5-A890970F4A52}" dt="2023-06-15T00:20:20.449" v="1581"/>
          <ac:grpSpMkLst>
            <pc:docMk/>
            <pc:sldMk cId="697598871" sldId="276"/>
            <ac:grpSpMk id="603" creationId="{DB4406EC-2FE8-6B1E-92BE-DC15099EDDF4}"/>
          </ac:grpSpMkLst>
        </pc:grpChg>
        <pc:grpChg chg="mod">
          <ac:chgData name="Terence Yang(楊金晶_PSZ)" userId="04050711-1c2b-4376-8c27-98d2e13849ce" providerId="ADAL" clId="{CF13A368-4EDE-4C54-A8E5-A890970F4A52}" dt="2023-06-15T00:20:20.449" v="1581"/>
          <ac:grpSpMkLst>
            <pc:docMk/>
            <pc:sldMk cId="697598871" sldId="276"/>
            <ac:grpSpMk id="604" creationId="{36911DE3-ACDB-9054-B0D8-02394FB1664D}"/>
          </ac:grpSpMkLst>
        </pc:grpChg>
        <pc:grpChg chg="del">
          <ac:chgData name="Terence Yang(楊金晶_PSZ)" userId="04050711-1c2b-4376-8c27-98d2e13849ce" providerId="ADAL" clId="{CF13A368-4EDE-4C54-A8E5-A890970F4A52}" dt="2023-06-15T00:20:19.562" v="1580" actId="478"/>
          <ac:grpSpMkLst>
            <pc:docMk/>
            <pc:sldMk cId="697598871" sldId="276"/>
            <ac:grpSpMk id="1426" creationId="{8BC6C308-5D64-6ABE-3C14-CFC6DD97C1CD}"/>
          </ac:grpSpMkLst>
        </pc:grpChg>
        <pc:picChg chg="add del mod">
          <ac:chgData name="Terence Yang(楊金晶_PSZ)" userId="04050711-1c2b-4376-8c27-98d2e13849ce" providerId="ADAL" clId="{CF13A368-4EDE-4C54-A8E5-A890970F4A52}" dt="2023-06-14T03:09:26.771" v="1351" actId="478"/>
          <ac:picMkLst>
            <pc:docMk/>
            <pc:sldMk cId="697598871" sldId="276"/>
            <ac:picMk id="5" creationId="{BC6F6BB4-A378-7F1F-3FB8-8B5A743CCB04}"/>
          </ac:picMkLst>
        </pc:picChg>
        <pc:picChg chg="del">
          <ac:chgData name="Terence Yang(楊金晶_PSZ)" userId="04050711-1c2b-4376-8c27-98d2e13849ce" providerId="ADAL" clId="{CF13A368-4EDE-4C54-A8E5-A890970F4A52}" dt="2023-06-14T02:32:51.330" v="1138" actId="478"/>
          <ac:picMkLst>
            <pc:docMk/>
            <pc:sldMk cId="697598871" sldId="276"/>
            <ac:picMk id="133" creationId="{AFEB7732-91B8-3E06-1213-92FCC20D582C}"/>
          </ac:picMkLst>
        </pc:pic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179" creationId="{88B812D2-F616-5A46-B7B8-6580A0C403D8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180" creationId="{42541C34-D419-EA9C-CF6D-752B0D1D4E0A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182" creationId="{BFCB19DF-125A-D0B7-1187-03C9D5760393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183" creationId="{4703777D-19E7-B241-0BCE-AED9FED3037B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184" creationId="{733BB1FC-9773-462F-AB4A-FA0626D32B30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186" creationId="{6E0D4545-D0B7-0E88-9079-AD6742E1E987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189" creationId="{7DE2905F-03C9-C147-1C6C-9016260AEAF2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77" creationId="{3CA5F719-DE5B-B629-68EF-E7AE9F8B13DB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78" creationId="{18E506DC-23B2-B28D-242E-66071D5DA208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79" creationId="{CFC93D52-F79E-35E1-37E2-2E644F7B79ED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80" creationId="{7C2963C6-A59F-4537-C2F6-1AB808470594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81" creationId="{AD752C51-2C7C-10EA-2610-335EEFADD97B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82" creationId="{1240ECFE-13E5-BE6A-5299-5ED4B4F9F59F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83" creationId="{823EB178-5CA8-B0BD-0C9E-61EF53FC0F8E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84" creationId="{4E06D303-0608-F697-2F77-DD40D184D083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85" creationId="{5BF699E4-2F30-32C3-589E-6CC8C74DFB51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86" creationId="{17242324-84A0-6C86-9B9A-1F64459439F1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87" creationId="{21BFA2D3-9014-403C-13D9-897080C40EE3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88" creationId="{35DC1AB2-BC92-64A1-37D0-E8B4F20C8A39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89" creationId="{FBD71B0A-17B9-0F28-5339-CB5793529B2B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90" creationId="{902E8A03-3A43-E5CC-2FD6-A8E89E1494FC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91" creationId="{AE139495-7D13-1809-EFF5-1FC88AED48B1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92" creationId="{5203FC48-1FD9-9518-AE05-AC21F109C719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93" creationId="{9D3D09F7-BF21-668A-B3FB-BB6707896D98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94" creationId="{1EA7C4E0-A048-0970-0C2C-E7FABE62A679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95" creationId="{CCF5CE02-5760-8C7B-B100-921527C7E151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96" creationId="{644B0EC7-A466-1421-4D02-D46D4A9F58DE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97" creationId="{A74ACEAE-ED30-7D79-1466-1276057041DF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98" creationId="{C6AD18BC-2505-998F-85C0-99795CD2E2EC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599" creationId="{E5146E18-23D3-6BFD-53F6-192C65E87CAC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00" creationId="{22DA0841-8B69-2AE2-D94D-8C0CF7224608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01" creationId="{865828A7-7C9B-AD83-D231-42A114CB9950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02" creationId="{E492D351-92B6-4E13-F7E9-B6BEBC0222C7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05" creationId="{D2FA50D0-EAA9-9484-ED05-F968CF831BAC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06" creationId="{CD9F2418-A480-E533-7236-D60C6773B679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07" creationId="{CF4798F3-E49B-6D08-A7B1-F8C2F64D605F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08" creationId="{C3DCB570-201C-7ED7-0087-6D01C2B7EBFE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09" creationId="{8F7FA3DE-E2C2-1672-3281-54D605E05E43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10" creationId="{304AC72F-64F2-E02D-0F33-9531E48468F0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11" creationId="{D436A417-C9A3-E6A1-EC83-26A920B2A78F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12" creationId="{1AE5B4AB-3A4D-25D3-BCEE-8686BEE0327B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13" creationId="{F6315006-AC6C-EDDB-6313-2B63FF5100DB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14" creationId="{FD1F2B3C-07BA-5CC2-9BF0-D43F91AB4D4C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15" creationId="{7FAF2A4B-5B84-562B-510E-5E1FA5483539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34" creationId="{68FACB4F-EEF1-50A1-A6CD-52680030F3C0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35" creationId="{BD5D838C-BAD2-B258-96F1-E49D3F5E3657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36" creationId="{286CAA12-B5DA-ED3B-940B-B4C37CAFC2BB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37" creationId="{EB07C797-C38A-7C62-89BA-AEA5CC12FEDD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38" creationId="{60C08584-211B-7305-FC94-99F3D32DF93B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39" creationId="{6007E1CB-B7EE-D721-89A9-2B5ABA9A91E9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40" creationId="{DAED5188-0D20-8F1F-91C5-C4076E380035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53" creationId="{F818C86F-A2BC-24DD-0922-586DAB8A10C5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54" creationId="{6FB90DA8-8BEB-49C3-DC97-5740099229A2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55" creationId="{FFB519CC-522D-7A0F-7DAC-6E6703DB627C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56" creationId="{210DC68F-C42C-0178-64FF-61DB3D89E3B0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57" creationId="{C2814281-CB09-272C-6ABB-5426EAB7B9BA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58" creationId="{27CE2FB4-E7EE-5AAA-C53A-7FFF9FFCB4D6}"/>
          </ac:cxnSpMkLst>
        </pc:cxnChg>
        <pc:cxnChg chg="mod">
          <ac:chgData name="Terence Yang(楊金晶_PSZ)" userId="04050711-1c2b-4376-8c27-98d2e13849ce" providerId="ADAL" clId="{CF13A368-4EDE-4C54-A8E5-A890970F4A52}" dt="2023-06-15T00:20:20.449" v="1581"/>
          <ac:cxnSpMkLst>
            <pc:docMk/>
            <pc:sldMk cId="697598871" sldId="276"/>
            <ac:cxnSpMk id="659" creationId="{B5439A8F-06F9-792E-A474-5522386B62D2}"/>
          </ac:cxnSpMkLst>
        </pc:cxnChg>
      </pc:sldChg>
      <pc:sldChg chg="addSp delSp modSp mod">
        <pc:chgData name="Terence Yang(楊金晶_PSZ)" userId="04050711-1c2b-4376-8c27-98d2e13849ce" providerId="ADAL" clId="{CF13A368-4EDE-4C54-A8E5-A890970F4A52}" dt="2023-06-15T00:21:48.424" v="1619" actId="207"/>
        <pc:sldMkLst>
          <pc:docMk/>
          <pc:sldMk cId="3540519852" sldId="278"/>
        </pc:sldMkLst>
        <pc:spChg chg="add mod">
          <ac:chgData name="Terence Yang(楊金晶_PSZ)" userId="04050711-1c2b-4376-8c27-98d2e13849ce" providerId="ADAL" clId="{CF13A368-4EDE-4C54-A8E5-A890970F4A52}" dt="2023-06-14T03:45:24.461" v="1495" actId="20577"/>
          <ac:spMkLst>
            <pc:docMk/>
            <pc:sldMk cId="3540519852" sldId="278"/>
            <ac:spMk id="9" creationId="{9AE96C59-3753-7F66-9B08-8FC4F91C3FE7}"/>
          </ac:spMkLst>
        </pc:spChg>
        <pc:spChg chg="add mod">
          <ac:chgData name="Terence Yang(楊金晶_PSZ)" userId="04050711-1c2b-4376-8c27-98d2e13849ce" providerId="ADAL" clId="{CF13A368-4EDE-4C54-A8E5-A890970F4A52}" dt="2023-06-14T03:18:03.674" v="1423" actId="20577"/>
          <ac:spMkLst>
            <pc:docMk/>
            <pc:sldMk cId="3540519852" sldId="278"/>
            <ac:spMk id="15" creationId="{184CC052-4F34-E2DC-31C4-A1250D520BCF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28" creationId="{3AAA2817-3B85-5AE5-3EE3-80BF9C58D7C2}"/>
          </ac:spMkLst>
        </pc:spChg>
        <pc:spChg chg="del">
          <ac:chgData name="Terence Yang(楊金晶_PSZ)" userId="04050711-1c2b-4376-8c27-98d2e13849ce" providerId="ADAL" clId="{CF13A368-4EDE-4C54-A8E5-A890970F4A52}" dt="2023-06-14T03:15:49.585" v="1400" actId="478"/>
          <ac:spMkLst>
            <pc:docMk/>
            <pc:sldMk cId="3540519852" sldId="278"/>
            <ac:spMk id="29" creationId="{0635AC0D-D9DF-B6DA-086A-6F8D828661C8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29" creationId="{26355123-ACC8-A8BB-484F-7AF39A21FA37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30" creationId="{1BE62330-F0B5-A5A6-6EBF-59F0DC18A789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31" creationId="{350ADCC5-2E92-511D-4215-820D1825F2F2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32" creationId="{FC6E3C45-E15D-F14A-AAD7-9E2564E16570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33" creationId="{C2EC8C19-9E98-06A2-7015-4B89053271D7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36" creationId="{A569599C-3540-333C-A45A-2279D1C380C8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37" creationId="{D94AAC28-10C5-2B84-6565-DC9908A4D201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38" creationId="{73DF141E-3796-E761-E6DE-4374B57BAEBB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39" creationId="{F7A2F4D3-EA8A-5FD0-2AC4-91A449EAEDF8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40" creationId="{979CA51D-C5DA-45E7-6009-7D82B67B120E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41" creationId="{516B8325-7826-889D-1F07-755BBAB7C21C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42" creationId="{148CE6D2-9BCC-B12C-0E68-BE5BB60F5F18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43" creationId="{A33AD509-3732-1DAA-F32E-3B656736A39E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44" creationId="{C45C9572-99F2-1E10-4944-80EA594958E3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45" creationId="{1BBCCB21-985B-9390-34A4-A3084089EFF6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46" creationId="{9E92C4EE-6320-67B9-E474-FC8CF4B1FC82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47" creationId="{55959A9E-0EEB-0C0C-D095-06D26D5F02E5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48" creationId="{009009D4-6DDC-D41A-655F-7362109C5A31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49" creationId="{A8008DE4-329E-C152-67E3-9AB74D50B859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50" creationId="{0D38B08D-17C0-DB49-B273-759D2531473A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51" creationId="{D06F137F-D476-1B8E-6EB4-765C96098FA5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52" creationId="{1168CD1B-7FA6-C089-D544-29CDFDEB9F38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53" creationId="{FC723FB1-6966-6DF4-2DE9-2F8FD58675B3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54" creationId="{7F959656-F6FA-997C-0EE8-2B31C85E611E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55" creationId="{4D24EDF4-CBE6-AEFB-F459-D79FE88CA224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56" creationId="{C2D0697C-9D6E-3319-B0BE-9CD0D61DB9A1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57" creationId="{DBDB90BA-6498-E3F9-C354-0332E1D163EB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58" creationId="{C95CF7A8-AAD0-7355-6DC7-D9C817CD6B75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59" creationId="{EDE0F66D-07B1-FE8C-B1CC-CEC60073E94F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60" creationId="{C095CFC4-1A58-1C74-B7D7-04EA41EB092C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61" creationId="{9826DEB8-B5D4-8C31-B236-8B87239C21D7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62" creationId="{41E48517-A97E-C498-4D45-20466BBE7AD2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63" creationId="{12E20C34-CA1E-B647-A185-F71504ED734B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28" creationId="{28052204-FC27-9499-364A-F8378412BF52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29" creationId="{5614548B-D41B-1EC5-A4D8-3A50CFC1EDD2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30" creationId="{DBE5E8D2-7E67-6234-7518-A88688597206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31" creationId="{41D66720-E243-AF0B-688E-A6AAEA91E37F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32" creationId="{0A835D05-3C26-8B00-CB37-78FA7D338CA7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33" creationId="{13038844-BC27-5E4D-47E7-B2ABA74022DC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34" creationId="{50BA7367-7DEB-4AE4-D7AB-AF665057D16B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35" creationId="{96728E1A-07CE-6D0B-3BF4-2862A2BBBB6D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36" creationId="{BE893E96-CDAE-0244-C76C-62F371171F3F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37" creationId="{1CEF99DC-2D4C-EE76-C76B-2D8794421F94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38" creationId="{A19A8659-B416-C7D7-112C-5DDF5AB388DC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39" creationId="{62C66D12-2813-C9C7-59EB-C88735957664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40" creationId="{CDF453FA-EC18-794F-50F8-D03F35D012B8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41" creationId="{BF167775-9B4D-A85D-C424-36EF8D7977F6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42" creationId="{30175B33-F11D-C64C-2628-654F3E57CD2E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43" creationId="{64F93BD6-B087-5D81-BE17-19A9C4A858A2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44" creationId="{393A77D0-FED7-DBDF-5794-47A256F89956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45" creationId="{C159D6C3-6990-3039-BA82-FEF9AC693E55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46" creationId="{A86A8834-173E-6A27-B1C8-CB77CA503C94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47" creationId="{B0265FF9-4491-D514-C1B9-F235BC0EB7C6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48" creationId="{5D782895-FFCE-1AC0-C090-6D67CDBC04F6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49" creationId="{1B2C7A36-CE06-0501-1647-C2320D353476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50" creationId="{D2E9023A-BF5D-15AA-7A6C-5A8F57E8D907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51" creationId="{1B5419FD-1A56-284A-C393-090477AB8AF1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52" creationId="{8B04FA95-C6F6-464E-66AD-9BCF22B85F43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53" creationId="{8A78EF03-4BBC-7644-02E0-6641E715661D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54" creationId="{B151DFF1-402A-1EDE-59E5-CE8F3AFCF676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55" creationId="{4ABC720B-DBCD-6472-5745-485C949EE2EA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56" creationId="{F191BF3B-D313-48FE-A511-2C01D9AD1DB5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57" creationId="{5875D55A-8530-CB63-EAB9-0C3DE953E534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58" creationId="{18429EE3-766A-D9F4-661A-1643899F4828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59" creationId="{D08D21BF-BD26-CC82-D1FC-5123C81467DC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60" creationId="{87ED64ED-DF57-7F2E-0CEC-4A5B2FCCEEAE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61" creationId="{E17B7DE1-F5AC-BCD5-267E-0A5B16929723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62" creationId="{62D5732B-EE5C-219C-59F1-D9201D3F8AC4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63" creationId="{F9A43FCE-13E1-8E1B-AA55-700BD1C6E0A5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64" creationId="{EF87B6D7-C51E-08B0-EC47-250AE74FCAFE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65" creationId="{957CDD92-3D03-C90E-1585-92921E1D6218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66" creationId="{2F08375D-F638-8314-69A5-9FFE1876591C}"/>
          </ac:spMkLst>
        </pc:spChg>
        <pc:spChg chg="mod">
          <ac:chgData name="Terence Yang(楊金晶_PSZ)" userId="04050711-1c2b-4376-8c27-98d2e13849ce" providerId="ADAL" clId="{CF13A368-4EDE-4C54-A8E5-A890970F4A52}" dt="2023-06-14T03:17:42.397" v="1420" actId="554"/>
          <ac:spMkLst>
            <pc:docMk/>
            <pc:sldMk cId="3540519852" sldId="278"/>
            <ac:spMk id="168" creationId="{1FE6D6A1-89D9-BA08-41DF-B5B3FAE93AD6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80" creationId="{9E7A5515-1FB6-2BE1-BF2F-55FFB23B48AC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84" creationId="{9816BDE9-213F-8B14-7D7E-CB6C434CA065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86" creationId="{C2D5D630-5690-342C-1E6B-83ACC1877C44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87" creationId="{EFA07AB0-9A19-F3FE-C9FA-C8A4E1CEF7FA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189" creationId="{DA8421C4-BC3B-4E13-2CA5-53A5102BC5E7}"/>
          </ac:spMkLst>
        </pc:spChg>
        <pc:spChg chg="del">
          <ac:chgData name="Terence Yang(楊金晶_PSZ)" userId="04050711-1c2b-4376-8c27-98d2e13849ce" providerId="ADAL" clId="{CF13A368-4EDE-4C54-A8E5-A890970F4A52}" dt="2023-06-15T00:20:58.469" v="1584" actId="478"/>
          <ac:spMkLst>
            <pc:docMk/>
            <pc:sldMk cId="3540519852" sldId="278"/>
            <ac:spMk id="645" creationId="{9C2472AA-4185-77CE-5920-0C9B2B919F44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658" creationId="{0F08F9A6-B418-6AAC-30B5-91E1DDB177A0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659" creationId="{C28B46B0-B5B7-22A8-99FD-617974A5B296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660" creationId="{48F7ED1E-2262-C952-EFEA-4190E64EBDE6}"/>
          </ac:spMkLst>
        </pc:spChg>
        <pc:spChg chg="mod">
          <ac:chgData name="Terence Yang(楊金晶_PSZ)" userId="04050711-1c2b-4376-8c27-98d2e13849ce" providerId="ADAL" clId="{CF13A368-4EDE-4C54-A8E5-A890970F4A52}" dt="2023-06-15T00:19:48.502" v="1571"/>
          <ac:spMkLst>
            <pc:docMk/>
            <pc:sldMk cId="3540519852" sldId="278"/>
            <ac:spMk id="661" creationId="{257C208C-9766-82B7-C721-CD3E41B9BD67}"/>
          </ac:spMkLst>
        </pc:spChg>
        <pc:spChg chg="add mod">
          <ac:chgData name="Terence Yang(楊金晶_PSZ)" userId="04050711-1c2b-4376-8c27-98d2e13849ce" providerId="ADAL" clId="{CF13A368-4EDE-4C54-A8E5-A890970F4A52}" dt="2023-06-15T00:20:58.898" v="1585"/>
          <ac:spMkLst>
            <pc:docMk/>
            <pc:sldMk cId="3540519852" sldId="278"/>
            <ac:spMk id="662" creationId="{29F36341-7EF9-B6C4-9DFF-0CD7B83622C5}"/>
          </ac:spMkLst>
        </pc:spChg>
        <pc:spChg chg="add mod">
          <ac:chgData name="Terence Yang(楊金晶_PSZ)" userId="04050711-1c2b-4376-8c27-98d2e13849ce" providerId="ADAL" clId="{CF13A368-4EDE-4C54-A8E5-A890970F4A52}" dt="2023-06-15T00:21:48.424" v="1619" actId="207"/>
          <ac:spMkLst>
            <pc:docMk/>
            <pc:sldMk cId="3540519852" sldId="278"/>
            <ac:spMk id="663" creationId="{72B6A31C-A927-5913-04EB-46E6C65ABD6C}"/>
          </ac:spMkLst>
        </pc:spChg>
        <pc:grpChg chg="add mod ord">
          <ac:chgData name="Terence Yang(楊金晶_PSZ)" userId="04050711-1c2b-4376-8c27-98d2e13849ce" providerId="ADAL" clId="{CF13A368-4EDE-4C54-A8E5-A890970F4A52}" dt="2023-06-15T00:19:51.949" v="1572" actId="167"/>
          <ac:grpSpMkLst>
            <pc:docMk/>
            <pc:sldMk cId="3540519852" sldId="278"/>
            <ac:grpSpMk id="16" creationId="{8BD7F3A3-6182-DE27-8FAF-189467DEDA81}"/>
          </ac:grpSpMkLst>
        </pc:grpChg>
        <pc:grpChg chg="mod">
          <ac:chgData name="Terence Yang(楊金晶_PSZ)" userId="04050711-1c2b-4376-8c27-98d2e13849ce" providerId="ADAL" clId="{CF13A368-4EDE-4C54-A8E5-A890970F4A52}" dt="2023-06-15T00:19:48.502" v="1571"/>
          <ac:grpSpMkLst>
            <pc:docMk/>
            <pc:sldMk cId="3540519852" sldId="278"/>
            <ac:grpSpMk id="25" creationId="{48546432-DFBC-31C5-99EE-BCE2A3D47757}"/>
          </ac:grpSpMkLst>
        </pc:grpChg>
        <pc:grpChg chg="mod">
          <ac:chgData name="Terence Yang(楊金晶_PSZ)" userId="04050711-1c2b-4376-8c27-98d2e13849ce" providerId="ADAL" clId="{CF13A368-4EDE-4C54-A8E5-A890970F4A52}" dt="2023-06-15T00:19:48.502" v="1571"/>
          <ac:grpSpMkLst>
            <pc:docMk/>
            <pc:sldMk cId="3540519852" sldId="278"/>
            <ac:grpSpMk id="26" creationId="{A54ECC9E-C5CF-85B5-081B-C4C32627DB9A}"/>
          </ac:grpSpMkLst>
        </pc:grpChg>
        <pc:grpChg chg="mod">
          <ac:chgData name="Terence Yang(楊金晶_PSZ)" userId="04050711-1c2b-4376-8c27-98d2e13849ce" providerId="ADAL" clId="{CF13A368-4EDE-4C54-A8E5-A890970F4A52}" dt="2023-06-15T00:19:48.502" v="1571"/>
          <ac:grpSpMkLst>
            <pc:docMk/>
            <pc:sldMk cId="3540519852" sldId="278"/>
            <ac:grpSpMk id="27" creationId="{A6870D15-8BE8-7E6C-D009-BFB860B0C2FE}"/>
          </ac:grpSpMkLst>
        </pc:grpChg>
        <pc:grpChg chg="mod">
          <ac:chgData name="Terence Yang(楊金晶_PSZ)" userId="04050711-1c2b-4376-8c27-98d2e13849ce" providerId="ADAL" clId="{CF13A368-4EDE-4C54-A8E5-A890970F4A52}" dt="2023-06-15T00:19:48.502" v="1571"/>
          <ac:grpSpMkLst>
            <pc:docMk/>
            <pc:sldMk cId="3540519852" sldId="278"/>
            <ac:grpSpMk id="34" creationId="{3283C091-59C4-57D8-1E95-496DF49017E4}"/>
          </ac:grpSpMkLst>
        </pc:grpChg>
        <pc:grpChg chg="mod">
          <ac:chgData name="Terence Yang(楊金晶_PSZ)" userId="04050711-1c2b-4376-8c27-98d2e13849ce" providerId="ADAL" clId="{CF13A368-4EDE-4C54-A8E5-A890970F4A52}" dt="2023-06-15T00:19:48.502" v="1571"/>
          <ac:grpSpMkLst>
            <pc:docMk/>
            <pc:sldMk cId="3540519852" sldId="278"/>
            <ac:grpSpMk id="35" creationId="{BF936D6C-D88E-AD97-26C3-4525529EAC13}"/>
          </ac:grpSpMkLst>
        </pc:grpChg>
        <pc:grpChg chg="mod">
          <ac:chgData name="Terence Yang(楊金晶_PSZ)" userId="04050711-1c2b-4376-8c27-98d2e13849ce" providerId="ADAL" clId="{CF13A368-4EDE-4C54-A8E5-A890970F4A52}" dt="2023-06-15T00:19:48.502" v="1571"/>
          <ac:grpSpMkLst>
            <pc:docMk/>
            <pc:sldMk cId="3540519852" sldId="278"/>
            <ac:grpSpMk id="190" creationId="{440CE326-E12A-7927-DDE1-E63330598899}"/>
          </ac:grpSpMkLst>
        </pc:grpChg>
        <pc:grpChg chg="mod">
          <ac:chgData name="Terence Yang(楊金晶_PSZ)" userId="04050711-1c2b-4376-8c27-98d2e13849ce" providerId="ADAL" clId="{CF13A368-4EDE-4C54-A8E5-A890970F4A52}" dt="2023-06-15T00:19:48.502" v="1571"/>
          <ac:grpSpMkLst>
            <pc:docMk/>
            <pc:sldMk cId="3540519852" sldId="278"/>
            <ac:grpSpMk id="191" creationId="{46A43128-B305-0BCC-F155-A821C7BEFE0B}"/>
          </ac:grpSpMkLst>
        </pc:grpChg>
        <pc:grpChg chg="mod">
          <ac:chgData name="Terence Yang(楊金晶_PSZ)" userId="04050711-1c2b-4376-8c27-98d2e13849ce" providerId="ADAL" clId="{CF13A368-4EDE-4C54-A8E5-A890970F4A52}" dt="2023-06-15T00:19:48.502" v="1571"/>
          <ac:grpSpMkLst>
            <pc:docMk/>
            <pc:sldMk cId="3540519852" sldId="278"/>
            <ac:grpSpMk id="602" creationId="{579E079F-EFDE-1BF7-0FAB-BF59469CB86F}"/>
          </ac:grpSpMkLst>
        </pc:grpChg>
        <pc:grpChg chg="mod">
          <ac:chgData name="Terence Yang(楊金晶_PSZ)" userId="04050711-1c2b-4376-8c27-98d2e13849ce" providerId="ADAL" clId="{CF13A368-4EDE-4C54-A8E5-A890970F4A52}" dt="2023-06-15T00:19:48.502" v="1571"/>
          <ac:grpSpMkLst>
            <pc:docMk/>
            <pc:sldMk cId="3540519852" sldId="278"/>
            <ac:grpSpMk id="603" creationId="{27E4DB00-2D9C-0418-B461-9FD4283EE3A1}"/>
          </ac:grpSpMkLst>
        </pc:grpChg>
        <pc:grpChg chg="del">
          <ac:chgData name="Terence Yang(楊金晶_PSZ)" userId="04050711-1c2b-4376-8c27-98d2e13849ce" providerId="ADAL" clId="{CF13A368-4EDE-4C54-A8E5-A890970F4A52}" dt="2023-06-15T00:19:47.661" v="1570" actId="478"/>
          <ac:grpSpMkLst>
            <pc:docMk/>
            <pc:sldMk cId="3540519852" sldId="278"/>
            <ac:grpSpMk id="1426" creationId="{8BC6C308-5D64-6ABE-3C14-CFC6DD97C1CD}"/>
          </ac:grpSpMkLst>
        </pc:grpChg>
        <pc:picChg chg="del">
          <ac:chgData name="Terence Yang(楊金晶_PSZ)" userId="04050711-1c2b-4376-8c27-98d2e13849ce" providerId="ADAL" clId="{CF13A368-4EDE-4C54-A8E5-A890970F4A52}" dt="2023-06-14T02:32:48.957" v="1137" actId="478"/>
          <ac:picMkLst>
            <pc:docMk/>
            <pc:sldMk cId="3540519852" sldId="278"/>
            <ac:picMk id="28" creationId="{85BB7D24-EF7A-BACE-2984-FF39B6B9B8F4}"/>
          </ac:picMkLst>
        </pc:pic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167" creationId="{C8F0BC70-2C51-6578-28FA-06FD28D5F881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179" creationId="{E61B2FA5-9020-CDD7-341B-7AC64993A998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181" creationId="{DB9CED9A-7FFD-56BC-433B-BC7811F7944E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182" creationId="{DEE60068-461F-D4C3-8A0D-E505F35D096F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183" creationId="{0EDCBCF2-E344-4574-7006-DE6703995338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185" creationId="{377BA0BA-6239-BBAE-EC03-4B302567E29C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188" creationId="{627B452F-7619-0A69-98B7-3858EA4FAC6D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76" creationId="{91A46203-8AC5-A6AF-8D88-4D60AA326195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77" creationId="{E10A1428-4E19-17E9-5A2C-E7E2A52CD877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78" creationId="{1A864B5F-4594-52F7-09CA-563675B59C49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79" creationId="{60DE08A2-529B-9487-FA44-5C1133C8B044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80" creationId="{26702DF6-9E64-0356-C4BD-44109B4FD73A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81" creationId="{30D5D020-CF73-F9FD-CA4D-B48A481CEDFE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82" creationId="{2752A714-4073-160E-5325-D8AB36F31879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83" creationId="{F32F15B2-5AB5-7FCC-E965-7A07E731E775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84" creationId="{49C6ED57-5532-7FFF-4CA1-44CB4D66AD4B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85" creationId="{9069BC3A-7983-29D2-7C9F-5848C2D1B35F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86" creationId="{54789BB0-16FC-B0FA-0C10-1290B1FF8BA9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87" creationId="{49A1BBC9-68D2-5D43-99DE-CB37E050656D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88" creationId="{761FDCEA-FB3F-5ACA-9C35-FF2A274F38D6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89" creationId="{ED202C26-F2A5-CFDC-93EF-BE0016BC8E7F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90" creationId="{C3EDBBE0-39C7-5D0A-EFCD-FC81B6336851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91" creationId="{6DDC02BA-D2B1-ADC0-0C2C-5625C122B745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92" creationId="{B237B295-34C2-B0B3-EAD7-801D21036474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93" creationId="{00EA7B1D-065C-CBD6-2276-4A283ECFB7B4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94" creationId="{8A5B8AA4-A722-64B2-6416-CB61568BB0D9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95" creationId="{DA7D4511-8E7B-D2CD-5C81-F9050582F186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96" creationId="{1306FD60-5EDB-09A1-FFF1-3B6BD315F222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97" creationId="{9059CF7A-27A7-1934-8278-C3BB264136B8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98" creationId="{91884695-EE0C-DA1B-3D8B-AE6AE643B6F9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599" creationId="{AE038574-F01A-E3F7-C3D2-E7036C4E4EC4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00" creationId="{3CF49781-B7C4-28A9-9D90-9ED997ABBE4E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01" creationId="{CBD6AA87-F96A-B611-4E37-B535FD4B1489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04" creationId="{D7A9F54D-2ABB-BBCF-258E-866BF16902A1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05" creationId="{DA61B363-7AAA-2433-C0B9-8B1822AF6930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06" creationId="{8E1B5F5B-708B-F24F-A036-80F31B667510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07" creationId="{7F0BBC71-F215-1A9D-1332-497B27595009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08" creationId="{66A5F330-6A84-321F-70EC-F716E75D7A10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09" creationId="{AA1EF357-8974-42D3-C3A4-2ED76B8156F9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10" creationId="{A405A8B8-80AF-956F-8B26-003F50647883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11" creationId="{122567A3-F614-2E95-937C-0E021CAB991B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12" creationId="{3622DB05-E7D0-13E1-F0E3-5B647930E244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13" creationId="{AAC960E0-75AD-D78D-3E44-B1E4C93043BC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14" creationId="{1095A895-1CF5-26DD-24D3-7FE8CE20BD73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15" creationId="{E146B8C0-5301-5F3D-983D-0898D5512BD1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31" creationId="{AD07C7AB-2AE9-2EAA-F003-8D711254C03E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34" creationId="{9FF9E27D-7F7B-5D5C-A5AE-CCA40F3CD7B0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35" creationId="{6C2FD7C0-1980-661D-0458-F0FD13C035E0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36" creationId="{0ACB4440-83A2-48E3-D769-2231A422172B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37" creationId="{4D97A298-4D14-C53A-DC64-E6C0D66C7593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38" creationId="{9AAC7381-07A9-7656-0360-36F5AB856112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39" creationId="{AD36BD1E-24B5-B3B0-33AA-8F361029B112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40" creationId="{B4572324-F3CC-22D3-D595-D208A75CBA55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53" creationId="{A22EE6A4-415D-5E16-3E30-E60E94578DC1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54" creationId="{1086C375-C885-27C0-55AD-C36B088926F5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55" creationId="{1D7EBE6B-ADCB-3F0F-1E9C-CC51EFD236B0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56" creationId="{8AD78474-B9B9-B253-40F8-D735CC9032BB}"/>
          </ac:cxnSpMkLst>
        </pc:cxnChg>
        <pc:cxnChg chg="mod">
          <ac:chgData name="Terence Yang(楊金晶_PSZ)" userId="04050711-1c2b-4376-8c27-98d2e13849ce" providerId="ADAL" clId="{CF13A368-4EDE-4C54-A8E5-A890970F4A52}" dt="2023-06-15T00:19:48.502" v="1571"/>
          <ac:cxnSpMkLst>
            <pc:docMk/>
            <pc:sldMk cId="3540519852" sldId="278"/>
            <ac:cxnSpMk id="657" creationId="{C41BD367-C013-7A2C-3DA2-9A91798E907C}"/>
          </ac:cxnSpMkLst>
        </pc:cxnChg>
      </pc:sldChg>
      <pc:sldChg chg="addSp delSp modSp mod">
        <pc:chgData name="Terence Yang(楊金晶_PSZ)" userId="04050711-1c2b-4376-8c27-98d2e13849ce" providerId="ADAL" clId="{CF13A368-4EDE-4C54-A8E5-A890970F4A52}" dt="2023-06-15T00:21:02.469" v="1586"/>
        <pc:sldMkLst>
          <pc:docMk/>
          <pc:sldMk cId="2943405488" sldId="279"/>
        </pc:sldMkLst>
        <pc:spChg chg="add mod">
          <ac:chgData name="Terence Yang(楊金晶_PSZ)" userId="04050711-1c2b-4376-8c27-98d2e13849ce" providerId="ADAL" clId="{CF13A368-4EDE-4C54-A8E5-A890970F4A52}" dt="2023-06-14T03:17:33.478" v="1419" actId="554"/>
          <ac:spMkLst>
            <pc:docMk/>
            <pc:sldMk cId="2943405488" sldId="279"/>
            <ac:spMk id="8" creationId="{2303C4D2-D483-78B8-AF66-C07D81F85DFE}"/>
          </ac:spMkLst>
        </pc:spChg>
        <pc:spChg chg="add mod">
          <ac:chgData name="Terence Yang(楊金晶_PSZ)" userId="04050711-1c2b-4376-8c27-98d2e13849ce" providerId="ADAL" clId="{CF13A368-4EDE-4C54-A8E5-A890970F4A52}" dt="2023-06-14T03:18:08.301" v="1425" actId="20577"/>
          <ac:spMkLst>
            <pc:docMk/>
            <pc:sldMk cId="2943405488" sldId="279"/>
            <ac:spMk id="9" creationId="{E12BB804-D718-EA3D-D30F-258FFCF53550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5" creationId="{32D80449-2DA9-7CF2-BC63-6FB6FAFFA813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8" creationId="{344FEA8D-53CA-299C-54DB-8450DA3D95B0}"/>
          </ac:spMkLst>
        </pc:spChg>
        <pc:spChg chg="del">
          <ac:chgData name="Terence Yang(楊金晶_PSZ)" userId="04050711-1c2b-4376-8c27-98d2e13849ce" providerId="ADAL" clId="{CF13A368-4EDE-4C54-A8E5-A890970F4A52}" dt="2023-06-14T03:16:53.585" v="1413" actId="478"/>
          <ac:spMkLst>
            <pc:docMk/>
            <pc:sldMk cId="2943405488" sldId="279"/>
            <ac:spMk id="19" creationId="{A0827BE7-82FF-B2E3-82A4-EF920C9489DC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9" creationId="{ECC834CC-13A2-3712-2264-76499EE1B70B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20" creationId="{A0015F2C-E5EA-FF1A-91F7-5D47280FEC29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21" creationId="{EC2BF153-C3F9-4FDB-C94C-BDF0FB2FB1A2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22" creationId="{2F8808A2-3401-FFF9-0C48-A122EE431E14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25" creationId="{D6FF2913-663F-3089-F150-540BBBD5FBE2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26" creationId="{0784CAEA-D496-A359-387E-7974DB0C6CA3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27" creationId="{9746F5DD-4A77-0804-29DB-F8314BA0BAB7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28" creationId="{66D1FE5B-651D-3DDA-5701-AD7C9215F374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29" creationId="{A4EDE923-D7B2-83B7-11A1-83B581DB15C6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30" creationId="{7AE1F44A-353A-2F79-3E73-012739A1EFDC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31" creationId="{6C9E18D8-42B4-92F7-B2E6-7B85EEB59E85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32" creationId="{C1E97A9C-D8C4-6000-3C55-A53AEBB0E492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33" creationId="{0F7A961B-EB21-3D35-1DFE-68D13F5C2C2B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34" creationId="{B38674BB-56FF-09C4-DC11-2A84F11EA2AD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35" creationId="{5C9108D0-1E0D-99DB-DE33-61C0C0D75A9C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36" creationId="{40875B60-407C-E910-CAE4-B5610C5B7689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37" creationId="{04BECF82-DBD8-FE08-5871-0EB0A9A4DFF9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38" creationId="{4FE7047A-1417-CD50-4340-C3590253EAD0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39" creationId="{E9DC3375-0786-3563-D41B-639EA3FA302F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40" creationId="{0ECE9808-9944-0C72-E61D-34066DEC6C5B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41" creationId="{8C686DB9-9664-78A1-557E-BE914F6367D6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42" creationId="{A0782061-1F4F-9DC4-2BE4-1B8E21165162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43" creationId="{4CBFBB2F-16D8-90A3-11D6-C9AEE297BBB9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44" creationId="{463926D0-9D3C-46E1-817D-E95BBFB9B85F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45" creationId="{06103C95-5C41-BCB3-6353-020447834069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46" creationId="{E3A485EC-03E7-7D1B-494E-B640E371E3D2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47" creationId="{A94D00E0-ED76-A592-E95B-58F773B86711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48" creationId="{E4F6FB85-B4D4-73C2-C983-A25FE1559B3B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49" creationId="{27FF1E71-9DE2-24D5-FD17-0DC1CFD5B64F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50" creationId="{345E3100-7A4F-1046-4A4E-797F4E12EB06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51" creationId="{32C727BB-B5A7-D828-C3AE-17A5B731026B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52" creationId="{52001A56-6FF3-8048-1C1A-D2D3D21EFE80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53" creationId="{FB1EFB02-0C76-0222-2D13-D42C59346CC0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54" creationId="{730EFA33-2925-600E-BEFB-7DD37491773E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55" creationId="{E677118F-B366-B53C-956A-2F6D36874459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56" creationId="{EFFC7929-BEB3-23F1-3E67-AC1C2A11D8C1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57" creationId="{3E2B4C54-27D1-8FE9-B24A-8B7E42AF248F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58" creationId="{F7F3B4B6-3D2A-A3A1-39DC-2D5A98B186CA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59" creationId="{F6D76878-F2EB-BDF3-B389-CAD978E97BCF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60" creationId="{06C8BAA4-864D-BE75-CF03-DF47308C648F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61" creationId="{5C802854-7DBA-DA7D-FBB6-1B7FDFD07D79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62" creationId="{A4732B04-BC5D-1330-175F-3E36F4DDF473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63" creationId="{5944CBC2-02C5-6A4D-A971-30F9A96FCDA6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28" creationId="{F1DED4C9-2A30-A79D-EDE3-B81B1E9C1EF9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29" creationId="{AD381FA7-BD5D-3D99-F254-A4CD1A542B14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30" creationId="{5E3510CD-3F4B-04FB-2F38-3833A516A1C1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31" creationId="{484DB42A-3D94-D75F-AEEF-03BCB6D84F3B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32" creationId="{74A7B8B3-2E12-6436-6C40-8897AA50D1E8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33" creationId="{5E9F1688-E585-7F1A-9E7A-C3A778728173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34" creationId="{8701151F-3DA6-AA91-9308-7E39F13FBF10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35" creationId="{21674F2A-1EB1-027F-908F-92C6B86A8DE0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36" creationId="{EB24211D-FBD2-C927-7B3C-88D14DFF1A86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37" creationId="{5F106833-9581-A83F-7579-51871A568659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38" creationId="{AEA03B16-082F-E742-FD3B-964E03692575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39" creationId="{3C1EE394-1A20-0E24-A817-D50E0C165949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40" creationId="{BC4F3B0A-3E6A-191A-FE07-F0C9D6DF0A78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41" creationId="{032488BE-99D8-3F47-DDE7-974C65AD8BAA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42" creationId="{2CE4386F-76E8-EF15-928F-3753F1A85800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43" creationId="{327CB8F2-26FD-153B-3CED-40D9B3A92C8F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44" creationId="{9E12F471-F0E8-0DE7-5526-2488C4785A18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45" creationId="{11E87E0B-906B-99BE-18CE-58C1758637E4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46" creationId="{93CCFEB1-B3DF-3DFE-3A85-EB7385544D5B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47" creationId="{234D2F6C-9DB2-549B-E018-6EDC3A78DCA3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48" creationId="{0CDF7956-16A6-544F-984F-483AFC566735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49" creationId="{62FD47F5-71FF-332E-4C9F-D1E402865B3F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50" creationId="{E5EDFDC9-FA3D-A4C3-A74F-6D8019CA8D12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51" creationId="{E38278A0-F098-9ABA-1350-E9EED7657769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52" creationId="{1B6FC52B-ED37-D304-2341-BD8FDD171699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53" creationId="{1F1EAB42-8B5F-F0BF-096C-73C14528554C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54" creationId="{308282D7-9878-6AF2-A8CF-1F92F03D5901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55" creationId="{FC21B43A-0126-9D20-49F2-FF50C8612DF8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58" creationId="{50FE676E-0C7C-0E1B-4744-81334B67CBEE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62" creationId="{1756918C-DBE4-585C-4ABC-AF80C8B93C21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64" creationId="{F9DC6D85-F11A-7177-B369-044DE7FF82DF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65" creationId="{1A5A5EEC-2D5C-6688-4F17-72532CCADD19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167" creationId="{861B4DF9-B5E2-A528-CC4A-8E16A9D5ADE0}"/>
          </ac:spMkLst>
        </pc:spChg>
        <pc:spChg chg="mod">
          <ac:chgData name="Terence Yang(楊金晶_PSZ)" userId="04050711-1c2b-4376-8c27-98d2e13849ce" providerId="ADAL" clId="{CF13A368-4EDE-4C54-A8E5-A890970F4A52}" dt="2023-06-14T03:17:33.478" v="1419" actId="554"/>
          <ac:spMkLst>
            <pc:docMk/>
            <pc:sldMk cId="2943405488" sldId="279"/>
            <ac:spMk id="168" creationId="{1FE6D6A1-89D9-BA08-41DF-B5B3FAE93AD6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635" creationId="{2AEBC535-FC09-A5E6-7DD3-449D47CA2BE6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636" creationId="{8863F860-F0E3-031F-73B1-47321F1C94A7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637" creationId="{CB40E934-F4C7-D726-36B5-73267582DBCA}"/>
          </ac:spMkLst>
        </pc:spChg>
        <pc:spChg chg="mod">
          <ac:chgData name="Terence Yang(楊金晶_PSZ)" userId="04050711-1c2b-4376-8c27-98d2e13849ce" providerId="ADAL" clId="{CF13A368-4EDE-4C54-A8E5-A890970F4A52}" dt="2023-06-15T00:19:59.686" v="1574"/>
          <ac:spMkLst>
            <pc:docMk/>
            <pc:sldMk cId="2943405488" sldId="279"/>
            <ac:spMk id="638" creationId="{4F6E6D02-6B1E-04B2-88CB-53645C22F26D}"/>
          </ac:spMkLst>
        </pc:spChg>
        <pc:spChg chg="add mod">
          <ac:chgData name="Terence Yang(楊金晶_PSZ)" userId="04050711-1c2b-4376-8c27-98d2e13849ce" providerId="ADAL" clId="{CF13A368-4EDE-4C54-A8E5-A890970F4A52}" dt="2023-06-15T00:21:02.469" v="1586"/>
          <ac:spMkLst>
            <pc:docMk/>
            <pc:sldMk cId="2943405488" sldId="279"/>
            <ac:spMk id="639" creationId="{6186834A-9DEC-86C5-E1E7-DD574C531DC9}"/>
          </ac:spMkLst>
        </pc:spChg>
        <pc:grpChg chg="add mod ord">
          <ac:chgData name="Terence Yang(楊金晶_PSZ)" userId="04050711-1c2b-4376-8c27-98d2e13849ce" providerId="ADAL" clId="{CF13A368-4EDE-4C54-A8E5-A890970F4A52}" dt="2023-06-15T00:20:01.929" v="1575" actId="167"/>
          <ac:grpSpMkLst>
            <pc:docMk/>
            <pc:sldMk cId="2943405488" sldId="279"/>
            <ac:grpSpMk id="7" creationId="{C00AD6AB-4EEB-8152-2D58-FF46BDDBE63B}"/>
          </ac:grpSpMkLst>
        </pc:grpChg>
        <pc:grpChg chg="mod">
          <ac:chgData name="Terence Yang(楊金晶_PSZ)" userId="04050711-1c2b-4376-8c27-98d2e13849ce" providerId="ADAL" clId="{CF13A368-4EDE-4C54-A8E5-A890970F4A52}" dt="2023-06-15T00:19:59.686" v="1574"/>
          <ac:grpSpMkLst>
            <pc:docMk/>
            <pc:sldMk cId="2943405488" sldId="279"/>
            <ac:grpSpMk id="10" creationId="{F2BFF4AA-7502-9A1A-A0FC-4A0576CFEB15}"/>
          </ac:grpSpMkLst>
        </pc:grpChg>
        <pc:grpChg chg="mod">
          <ac:chgData name="Terence Yang(楊金晶_PSZ)" userId="04050711-1c2b-4376-8c27-98d2e13849ce" providerId="ADAL" clId="{CF13A368-4EDE-4C54-A8E5-A890970F4A52}" dt="2023-06-15T00:19:59.686" v="1574"/>
          <ac:grpSpMkLst>
            <pc:docMk/>
            <pc:sldMk cId="2943405488" sldId="279"/>
            <ac:grpSpMk id="11" creationId="{FD1BE930-E705-0866-7FBB-8B3B16BA6C13}"/>
          </ac:grpSpMkLst>
        </pc:grpChg>
        <pc:grpChg chg="mod">
          <ac:chgData name="Terence Yang(楊金晶_PSZ)" userId="04050711-1c2b-4376-8c27-98d2e13849ce" providerId="ADAL" clId="{CF13A368-4EDE-4C54-A8E5-A890970F4A52}" dt="2023-06-15T00:19:59.686" v="1574"/>
          <ac:grpSpMkLst>
            <pc:docMk/>
            <pc:sldMk cId="2943405488" sldId="279"/>
            <ac:grpSpMk id="14" creationId="{7868F948-1622-46FA-F8B9-BAFAD62C3A20}"/>
          </ac:grpSpMkLst>
        </pc:grpChg>
        <pc:grpChg chg="mod">
          <ac:chgData name="Terence Yang(楊金晶_PSZ)" userId="04050711-1c2b-4376-8c27-98d2e13849ce" providerId="ADAL" clId="{CF13A368-4EDE-4C54-A8E5-A890970F4A52}" dt="2023-06-15T00:19:59.686" v="1574"/>
          <ac:grpSpMkLst>
            <pc:docMk/>
            <pc:sldMk cId="2943405488" sldId="279"/>
            <ac:grpSpMk id="23" creationId="{4A96B51B-A6BC-F20B-A0B2-C69875C169EE}"/>
          </ac:grpSpMkLst>
        </pc:grpChg>
        <pc:grpChg chg="mod">
          <ac:chgData name="Terence Yang(楊金晶_PSZ)" userId="04050711-1c2b-4376-8c27-98d2e13849ce" providerId="ADAL" clId="{CF13A368-4EDE-4C54-A8E5-A890970F4A52}" dt="2023-06-15T00:19:59.686" v="1574"/>
          <ac:grpSpMkLst>
            <pc:docMk/>
            <pc:sldMk cId="2943405488" sldId="279"/>
            <ac:grpSpMk id="24" creationId="{021E9B19-842E-2EFC-07BA-5794BF2214A9}"/>
          </ac:grpSpMkLst>
        </pc:grpChg>
        <pc:grpChg chg="mod">
          <ac:chgData name="Terence Yang(楊金晶_PSZ)" userId="04050711-1c2b-4376-8c27-98d2e13849ce" providerId="ADAL" clId="{CF13A368-4EDE-4C54-A8E5-A890970F4A52}" dt="2023-06-15T00:19:59.686" v="1574"/>
          <ac:grpSpMkLst>
            <pc:docMk/>
            <pc:sldMk cId="2943405488" sldId="279"/>
            <ac:grpSpMk id="179" creationId="{C89E2E70-A275-D68C-6929-F111AE421770}"/>
          </ac:grpSpMkLst>
        </pc:grpChg>
        <pc:grpChg chg="mod">
          <ac:chgData name="Terence Yang(楊金晶_PSZ)" userId="04050711-1c2b-4376-8c27-98d2e13849ce" providerId="ADAL" clId="{CF13A368-4EDE-4C54-A8E5-A890970F4A52}" dt="2023-06-15T00:19:59.686" v="1574"/>
          <ac:grpSpMkLst>
            <pc:docMk/>
            <pc:sldMk cId="2943405488" sldId="279"/>
            <ac:grpSpMk id="180" creationId="{629B1206-782A-A3FF-2EEA-9AED6BAAB5A3}"/>
          </ac:grpSpMkLst>
        </pc:grpChg>
        <pc:grpChg chg="mod">
          <ac:chgData name="Terence Yang(楊金晶_PSZ)" userId="04050711-1c2b-4376-8c27-98d2e13849ce" providerId="ADAL" clId="{CF13A368-4EDE-4C54-A8E5-A890970F4A52}" dt="2023-06-15T00:19:59.686" v="1574"/>
          <ac:grpSpMkLst>
            <pc:docMk/>
            <pc:sldMk cId="2943405488" sldId="279"/>
            <ac:grpSpMk id="591" creationId="{5F826EFA-052D-2A45-1A4F-1D76FC3255FE}"/>
          </ac:grpSpMkLst>
        </pc:grpChg>
        <pc:grpChg chg="mod">
          <ac:chgData name="Terence Yang(楊金晶_PSZ)" userId="04050711-1c2b-4376-8c27-98d2e13849ce" providerId="ADAL" clId="{CF13A368-4EDE-4C54-A8E5-A890970F4A52}" dt="2023-06-15T00:19:59.686" v="1574"/>
          <ac:grpSpMkLst>
            <pc:docMk/>
            <pc:sldMk cId="2943405488" sldId="279"/>
            <ac:grpSpMk id="592" creationId="{BBA6C446-5120-2EC5-D42D-59DB7851DE8A}"/>
          </ac:grpSpMkLst>
        </pc:grpChg>
        <pc:grpChg chg="del">
          <ac:chgData name="Terence Yang(楊金晶_PSZ)" userId="04050711-1c2b-4376-8c27-98d2e13849ce" providerId="ADAL" clId="{CF13A368-4EDE-4C54-A8E5-A890970F4A52}" dt="2023-06-15T00:19:59.069" v="1573" actId="478"/>
          <ac:grpSpMkLst>
            <pc:docMk/>
            <pc:sldMk cId="2943405488" sldId="279"/>
            <ac:grpSpMk id="1426" creationId="{8BC6C308-5D64-6ABE-3C14-CFC6DD97C1CD}"/>
          </ac:grpSpMkLst>
        </pc:grpChg>
        <pc:picChg chg="del">
          <ac:chgData name="Terence Yang(楊金晶_PSZ)" userId="04050711-1c2b-4376-8c27-98d2e13849ce" providerId="ADAL" clId="{CF13A368-4EDE-4C54-A8E5-A890970F4A52}" dt="2023-06-14T02:34:15.076" v="1147" actId="478"/>
          <ac:picMkLst>
            <pc:docMk/>
            <pc:sldMk cId="2943405488" sldId="279"/>
            <ac:picMk id="7" creationId="{918271A8-6B7B-6077-3AC0-E375EFB41E22}"/>
          </ac:picMkLst>
        </pc:pic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56" creationId="{9463C445-66BA-9C4F-7E6B-1679F67D11F6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57" creationId="{B70B06AF-D5EE-AB8A-7C2B-F65D08C23C80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59" creationId="{04244337-E99D-D48C-F5D7-6A307A5FBD63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60" creationId="{921E36D2-A019-FA90-A1C2-946C09426F67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61" creationId="{4E4D91CD-04AE-94E4-85AB-8B242606DF74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63" creationId="{23E07CCD-3395-5DE9-9414-F40F4B8C65C3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66" creationId="{7032E3A2-34B0-7328-BF06-6BFBA412856D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81" creationId="{787B7E2E-E90D-426F-C6B9-72626ABF0B33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82" creationId="{AF1B5221-AF52-6BAD-38FC-64F21B677601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83" creationId="{8464D8F0-E387-E83C-A1A3-1B83AB9688FD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84" creationId="{E947FE1E-7A90-65D9-B340-DD4EEC10335D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85" creationId="{1529F1A9-9B6E-2889-C9B9-896CF2CAB8A8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86" creationId="{E93856A1-6758-01DD-4321-C964CA0F2793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87" creationId="{A17D1B0E-1F2B-C41D-5E0D-25488BF5021E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88" creationId="{DC4E4AF5-D87A-80B0-187B-8DFB8D1544D4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89" creationId="{A50DE245-8338-2049-581F-1C31DE5FF31F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90" creationId="{8721000E-6E6C-DD9A-5E75-8B99D4A706A7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191" creationId="{67BC3DFE-48A3-DBA7-EA5D-DE6FCDB523B1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76" creationId="{CE396805-3575-C314-E7F8-3315F0AFEFC1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77" creationId="{350223A0-63D5-FFC4-A0F7-041309CA2F4B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78" creationId="{E42875AF-0E96-6F91-38A9-6471E4D7E8D4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79" creationId="{4D34ADEF-FB8B-401D-97D5-A683CF7FC96F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80" creationId="{5A8C9EDC-1F50-9B5E-50BA-6C92C29F51E4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81" creationId="{B5D43FD7-224C-6B71-0E6B-8F59463F902D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82" creationId="{88364B9A-4958-94F7-02AF-7FA2D3F3739F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83" creationId="{347DF7B6-6CB7-7D77-148B-F088FC0CAA5D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84" creationId="{D50BAC64-53C1-A442-AB33-19F8E3FDD84D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85" creationId="{D3EF3746-9CEC-2796-D4E6-5E548059A9A3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86" creationId="{A43EBE8C-8E65-B6E2-CD18-6A27E07E947B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87" creationId="{6BC59230-BFB5-72B1-8679-839354AA139E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88" creationId="{3BC6BEAC-D80F-31BE-905A-5C383E31529D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89" creationId="{FC917746-CE14-BE27-CB40-C3B2719C2DA4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90" creationId="{7383345B-4BCC-03AA-EB79-DFB3C315044B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93" creationId="{5B2B7E3F-A1E7-06A5-92EC-C3EE2B9F5BBD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94" creationId="{4D6C1645-EDD5-9839-473A-FD27C8E26AA1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95" creationId="{01CFAB96-16CB-6687-648F-44BB03F60782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96" creationId="{1E19F9BD-6A44-64F8-95C5-A2126211B6E9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97" creationId="{944137F7-12A5-8D04-4684-8488E8CB3C31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98" creationId="{794CE64A-F08C-6A33-7789-42F2CCCC2D75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599" creationId="{040CFD84-7BAC-BAB2-A663-8B72AD7F1DA3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00" creationId="{A45D4D17-8D95-0DA6-07EA-DFC1FBD89DB2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01" creationId="{78F0270E-E0BA-D17F-743C-1BDA932E312E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02" creationId="{3C0417F1-F68F-8B2A-9535-633CFDE9B0F7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03" creationId="{01A51FD8-F04A-F349-EAD4-A38A5393AE95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04" creationId="{7BA6A0EB-302C-BBDE-B9E5-BE6810758D0D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05" creationId="{F5178C01-819D-082F-C72C-87A60B9D012F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06" creationId="{BA72D545-087F-2310-E0B3-E58CC1B6E850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07" creationId="{661449CA-9FA7-5D69-57FF-5C33CBDBF620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08" creationId="{986545D4-54B3-F8ED-D3F0-B4F9F6076BE1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09" creationId="{83B2D46A-6F1E-0ADF-93E8-E7A342E34ED0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10" creationId="{023A6659-B709-8C8D-3ACB-6A8A7B5CE2EA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11" creationId="{D8E9E352-7F9F-A418-9663-CA29E6419AC7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12" creationId="{F5DC9102-8C06-EADB-D37E-3DCA964FF934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13" creationId="{379820FD-2018-7665-690E-A6861A3E39D5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14" creationId="{4ACEA32E-167F-18B5-CB95-C654737C88F6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15" creationId="{7405CDC7-982A-510F-B197-BC9CA9D3E5F3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31" creationId="{A3F4A987-4D78-6919-077F-07C33F20C4A7}"/>
          </ac:cxnSpMkLst>
        </pc:cxnChg>
        <pc:cxnChg chg="mod">
          <ac:chgData name="Terence Yang(楊金晶_PSZ)" userId="04050711-1c2b-4376-8c27-98d2e13849ce" providerId="ADAL" clId="{CF13A368-4EDE-4C54-A8E5-A890970F4A52}" dt="2023-06-15T00:19:59.686" v="1574"/>
          <ac:cxnSpMkLst>
            <pc:docMk/>
            <pc:sldMk cId="2943405488" sldId="279"/>
            <ac:cxnSpMk id="634" creationId="{2B44A00B-D06F-D106-09B9-6473EE4978F2}"/>
          </ac:cxnSpMkLst>
        </pc:cxnChg>
        <pc:cxnChg chg="del">
          <ac:chgData name="Terence Yang(楊金晶_PSZ)" userId="04050711-1c2b-4376-8c27-98d2e13849ce" providerId="ADAL" clId="{CF13A368-4EDE-4C54-A8E5-A890970F4A52}" dt="2023-06-14T02:39:18.227" v="1149" actId="478"/>
          <ac:cxnSpMkLst>
            <pc:docMk/>
            <pc:sldMk cId="2943405488" sldId="279"/>
            <ac:cxnSpMk id="1611" creationId="{154DE774-6B09-45A2-5E8E-9AE9F9F1E560}"/>
          </ac:cxnSpMkLst>
        </pc:cxnChg>
        <pc:cxnChg chg="del">
          <ac:chgData name="Terence Yang(楊金晶_PSZ)" userId="04050711-1c2b-4376-8c27-98d2e13849ce" providerId="ADAL" clId="{CF13A368-4EDE-4C54-A8E5-A890970F4A52}" dt="2023-06-14T02:39:21.738" v="1150" actId="478"/>
          <ac:cxnSpMkLst>
            <pc:docMk/>
            <pc:sldMk cId="2943405488" sldId="279"/>
            <ac:cxnSpMk id="1612" creationId="{6AD5A092-FA41-D979-F40A-9E24C877B77E}"/>
          </ac:cxnSpMkLst>
        </pc:cxnChg>
      </pc:sldChg>
      <pc:sldChg chg="addSp delSp modSp mod setBg">
        <pc:chgData name="Terence Yang(楊金晶_PSZ)" userId="04050711-1c2b-4376-8c27-98d2e13849ce" providerId="ADAL" clId="{CF13A368-4EDE-4C54-A8E5-A890970F4A52}" dt="2023-06-14T03:48:58.032" v="1521" actId="20577"/>
        <pc:sldMkLst>
          <pc:docMk/>
          <pc:sldMk cId="3958268717" sldId="280"/>
        </pc:sldMkLst>
        <pc:spChg chg="add mod">
          <ac:chgData name="Terence Yang(楊金晶_PSZ)" userId="04050711-1c2b-4376-8c27-98d2e13849ce" providerId="ADAL" clId="{CF13A368-4EDE-4C54-A8E5-A890970F4A52}" dt="2023-06-14T03:48:58.032" v="1521" actId="20577"/>
          <ac:spMkLst>
            <pc:docMk/>
            <pc:sldMk cId="3958268717" sldId="280"/>
            <ac:spMk id="6" creationId="{7824F4AE-A8D1-C6D7-CB56-8105C4C805B6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27" creationId="{4082F55F-A292-B98E-4151-8D7BCA5FD6A5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28" creationId="{8F38515C-B16A-6B30-896C-81F68098C569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35" creationId="{89E35AD3-4D69-B78D-8E9F-3848D0430E43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36" creationId="{1FBA9385-34E7-0933-6279-8A04DC6BBD5D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37" creationId="{A82EF2C0-F69C-975B-CB83-13628125A053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38" creationId="{6898F118-C8C4-94D6-2966-ADA83DF53DDE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39" creationId="{08B44A80-AA62-84D0-39C7-3E798602921E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40" creationId="{48F46155-7C3B-AC57-B2C8-C7839B6896FF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41" creationId="{57373F17-DD53-5723-B70D-5F6CEF40EECB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42" creationId="{9B53E505-9D58-A393-3E7A-63BE5328D799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43" creationId="{D7F245E3-B281-5C89-93BE-B2928C3FF181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44" creationId="{958A71DA-EDFE-0F62-7F20-03C8ED55BA09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45" creationId="{8E604BCF-1347-E9E3-4D6D-A63734815E85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47" creationId="{0B16329E-47DE-1869-C5F3-A06355519D46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48" creationId="{2425311B-BAAE-C526-8BB7-FC180812309A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249" creationId="{53E6EFAF-6E0F-0383-ECF4-5CF670F4CEFD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67" creationId="{5BA4C0AD-62A2-F333-C488-0BC994C89DFF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68" creationId="{108C2A4F-B817-0A98-D36C-CB9266CD1DDE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69" creationId="{74C25A43-84D4-B870-1142-4ADCC7E3F41F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70" creationId="{B71EE12E-A3E2-AE8A-1E1B-DE0AE96CD5B2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71" creationId="{23ED15A1-84F5-6F80-2D7C-04217020884E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72" creationId="{E9F015B1-61BE-97A4-56CA-4EC8DCBCC514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73" creationId="{8D9D8A06-EDB5-89C2-BA91-19D1BB68F0CF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74" creationId="{4D2A7CA4-12D7-596F-2EDD-B66DD7FFF88E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78" creationId="{90451721-7410-C70C-5DDE-82119A4A53AD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79" creationId="{2DA6601D-30B2-96C0-454B-D9F3BF1635D9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80" creationId="{AD12FAB6-B3E9-FCCD-DDCD-B555AD641D08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81" creationId="{CADA77A4-4DE2-4D43-B59F-DFE0A70C3754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82" creationId="{A02A98F5-7C3E-004E-D587-0881C2636B63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83" creationId="{014DA0AA-DB11-546B-9D78-31B714B13F3E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84" creationId="{7AE05637-DCEA-A48F-6F4C-DAFE11C29E50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85" creationId="{6AA63835-1536-E641-E390-77BD0D9A7F09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86" creationId="{5FAA3FC0-2686-7BA7-E32F-5F9F1A95D38B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87" creationId="{A5532B67-1759-2B14-E89F-BEE0EC8E45E0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88" creationId="{AAF74FA8-FAAD-B7BA-2B01-22C3879680C1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89" creationId="{10EA1E75-3FDE-8146-8727-F32D691BB907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90" creationId="{1623CC63-9A99-F676-E98E-3248F06068BB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91" creationId="{1C2C9C7D-5D2B-BFC5-2E3A-DBF4D689BE0F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92" creationId="{52C4C52A-7B7B-231E-2436-B796A1D3A2D1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93" creationId="{AA1A47B6-0EF9-E14D-F32A-240C9D1C6C84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94" creationId="{418834C4-73C6-3B82-2D0A-CEEC07324D47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95" creationId="{E9EFB6C9-8D27-CA40-463C-C5C3870DC604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96" creationId="{9A8E12D6-94B3-2958-5FC2-31319A224A3B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97" creationId="{B3D9CFE8-D83C-D332-AD41-D8F11F8320CB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98" creationId="{D1B3A39A-08A0-FD29-9D55-5DDF2519BCEA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699" creationId="{C30B1ECE-41D0-AB19-5A37-CDF040407DAA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700" creationId="{BE976FC1-3690-B3E8-B44E-E38D3D7C09AA}"/>
          </ac:spMkLst>
        </pc:spChg>
        <pc:spChg chg="mod">
          <ac:chgData name="Terence Yang(楊金晶_PSZ)" userId="04050711-1c2b-4376-8c27-98d2e13849ce" providerId="ADAL" clId="{CF13A368-4EDE-4C54-A8E5-A890970F4A52}" dt="2023-06-13T08:51:18.064" v="60" actId="1036"/>
          <ac:spMkLst>
            <pc:docMk/>
            <pc:sldMk cId="3958268717" sldId="280"/>
            <ac:spMk id="701" creationId="{107DF4F6-AC6A-78B4-569F-38435E41D8C1}"/>
          </ac:spMkLst>
        </pc:spChg>
        <pc:grpChg chg="mod">
          <ac:chgData name="Terence Yang(楊金晶_PSZ)" userId="04050711-1c2b-4376-8c27-98d2e13849ce" providerId="ADAL" clId="{CF13A368-4EDE-4C54-A8E5-A890970F4A52}" dt="2023-06-13T08:51:18.064" v="60" actId="1036"/>
          <ac:grpSpMkLst>
            <pc:docMk/>
            <pc:sldMk cId="3958268717" sldId="280"/>
            <ac:grpSpMk id="7" creationId="{864886AB-EE73-7DC8-D060-E964C7D30F45}"/>
          </ac:grpSpMkLst>
        </pc:grpChg>
        <pc:grpChg chg="mod">
          <ac:chgData name="Terence Yang(楊金晶_PSZ)" userId="04050711-1c2b-4376-8c27-98d2e13849ce" providerId="ADAL" clId="{CF13A368-4EDE-4C54-A8E5-A890970F4A52}" dt="2023-06-13T08:51:18.064" v="60" actId="1036"/>
          <ac:grpSpMkLst>
            <pc:docMk/>
            <pc:sldMk cId="3958268717" sldId="280"/>
            <ac:grpSpMk id="229" creationId="{1402E18C-0B14-F640-D207-8D9D14316728}"/>
          </ac:grpSpMkLst>
        </pc:grpChg>
        <pc:grpChg chg="mod">
          <ac:chgData name="Terence Yang(楊金晶_PSZ)" userId="04050711-1c2b-4376-8c27-98d2e13849ce" providerId="ADAL" clId="{CF13A368-4EDE-4C54-A8E5-A890970F4A52}" dt="2023-06-13T08:51:18.064" v="60" actId="1036"/>
          <ac:grpSpMkLst>
            <pc:docMk/>
            <pc:sldMk cId="3958268717" sldId="280"/>
            <ac:grpSpMk id="230" creationId="{9E0AAFA6-B919-61F7-F5D7-9A6151B7A3FC}"/>
          </ac:grpSpMkLst>
        </pc:grpChg>
        <pc:grpChg chg="mod">
          <ac:chgData name="Terence Yang(楊金晶_PSZ)" userId="04050711-1c2b-4376-8c27-98d2e13849ce" providerId="ADAL" clId="{CF13A368-4EDE-4C54-A8E5-A890970F4A52}" dt="2023-06-13T08:51:18.064" v="60" actId="1036"/>
          <ac:grpSpMkLst>
            <pc:docMk/>
            <pc:sldMk cId="3958268717" sldId="280"/>
            <ac:grpSpMk id="231" creationId="{3B0BD53F-78AE-25E7-C342-4BDFACF300C5}"/>
          </ac:grpSpMkLst>
        </pc:grpChg>
        <pc:grpChg chg="mod">
          <ac:chgData name="Terence Yang(楊金晶_PSZ)" userId="04050711-1c2b-4376-8c27-98d2e13849ce" providerId="ADAL" clId="{CF13A368-4EDE-4C54-A8E5-A890970F4A52}" dt="2023-06-13T08:51:18.064" v="60" actId="1036"/>
          <ac:grpSpMkLst>
            <pc:docMk/>
            <pc:sldMk cId="3958268717" sldId="280"/>
            <ac:grpSpMk id="232" creationId="{51A07962-D821-A01D-8AB0-110E02EC3E3F}"/>
          </ac:grpSpMkLst>
        </pc:grpChg>
        <pc:grpChg chg="mod">
          <ac:chgData name="Terence Yang(楊金晶_PSZ)" userId="04050711-1c2b-4376-8c27-98d2e13849ce" providerId="ADAL" clId="{CF13A368-4EDE-4C54-A8E5-A890970F4A52}" dt="2023-06-13T08:51:18.064" v="60" actId="1036"/>
          <ac:grpSpMkLst>
            <pc:docMk/>
            <pc:sldMk cId="3958268717" sldId="280"/>
            <ac:grpSpMk id="233" creationId="{38158D10-9A90-579C-53FB-FE76C9A9B752}"/>
          </ac:grpSpMkLst>
        </pc:grpChg>
        <pc:grpChg chg="mod">
          <ac:chgData name="Terence Yang(楊金晶_PSZ)" userId="04050711-1c2b-4376-8c27-98d2e13849ce" providerId="ADAL" clId="{CF13A368-4EDE-4C54-A8E5-A890970F4A52}" dt="2023-06-13T08:51:18.064" v="60" actId="1036"/>
          <ac:grpSpMkLst>
            <pc:docMk/>
            <pc:sldMk cId="3958268717" sldId="280"/>
            <ac:grpSpMk id="234" creationId="{553D6B6B-C0DA-5FFA-0257-182685DEDF2A}"/>
          </ac:grpSpMkLst>
        </pc:grpChg>
        <pc:grpChg chg="mod">
          <ac:chgData name="Terence Yang(楊金晶_PSZ)" userId="04050711-1c2b-4376-8c27-98d2e13849ce" providerId="ADAL" clId="{CF13A368-4EDE-4C54-A8E5-A890970F4A52}" dt="2023-06-13T08:51:18.064" v="60" actId="1036"/>
          <ac:grpSpMkLst>
            <pc:docMk/>
            <pc:sldMk cId="3958268717" sldId="280"/>
            <ac:grpSpMk id="246" creationId="{7AAD89DD-3858-2BAC-1E23-2E46B06523F4}"/>
          </ac:grpSpMkLst>
        </pc:grpChg>
        <pc:grpChg chg="mod">
          <ac:chgData name="Terence Yang(楊金晶_PSZ)" userId="04050711-1c2b-4376-8c27-98d2e13849ce" providerId="ADAL" clId="{CF13A368-4EDE-4C54-A8E5-A890970F4A52}" dt="2023-06-14T03:48:36.848" v="1512" actId="14861"/>
          <ac:grpSpMkLst>
            <pc:docMk/>
            <pc:sldMk cId="3958268717" sldId="280"/>
            <ac:grpSpMk id="666" creationId="{2CA5FDAE-79CE-CAD6-D290-F484E317C78C}"/>
          </ac:grpSpMkLst>
        </pc:grpChg>
        <pc:picChg chg="add del mod">
          <ac:chgData name="Terence Yang(楊金晶_PSZ)" userId="04050711-1c2b-4376-8c27-98d2e13849ce" providerId="ADAL" clId="{CF13A368-4EDE-4C54-A8E5-A890970F4A52}" dt="2023-06-14T02:34:12.358" v="1146" actId="478"/>
          <ac:picMkLst>
            <pc:docMk/>
            <pc:sldMk cId="3958268717" sldId="280"/>
            <ac:picMk id="3" creationId="{0D8B2378-1B84-2818-CB77-3CCEDE908733}"/>
          </ac:picMkLst>
        </pc:picChg>
        <pc:picChg chg="del">
          <ac:chgData name="Terence Yang(楊金晶_PSZ)" userId="04050711-1c2b-4376-8c27-98d2e13849ce" providerId="ADAL" clId="{CF13A368-4EDE-4C54-A8E5-A890970F4A52}" dt="2023-06-14T02:32:56.279" v="1139" actId="478"/>
          <ac:picMkLst>
            <pc:docMk/>
            <pc:sldMk cId="3958268717" sldId="280"/>
            <ac:picMk id="702" creationId="{02EF7582-5406-963E-2CE1-0B9663A6C717}"/>
          </ac:picMkLst>
        </pc:picChg>
        <pc:cxnChg chg="mod">
          <ac:chgData name="Terence Yang(楊金晶_PSZ)" userId="04050711-1c2b-4376-8c27-98d2e13849ce" providerId="ADAL" clId="{CF13A368-4EDE-4C54-A8E5-A890970F4A52}" dt="2023-06-13T08:51:18.064" v="60" actId="1036"/>
          <ac:cxnSpMkLst>
            <pc:docMk/>
            <pc:sldMk cId="3958268717" sldId="280"/>
            <ac:cxnSpMk id="222" creationId="{B8E059A3-CDD6-1768-54F4-0638367E451F}"/>
          </ac:cxnSpMkLst>
        </pc:cxnChg>
        <pc:cxnChg chg="mod">
          <ac:chgData name="Terence Yang(楊金晶_PSZ)" userId="04050711-1c2b-4376-8c27-98d2e13849ce" providerId="ADAL" clId="{CF13A368-4EDE-4C54-A8E5-A890970F4A52}" dt="2023-06-13T08:51:18.064" v="60" actId="1036"/>
          <ac:cxnSpMkLst>
            <pc:docMk/>
            <pc:sldMk cId="3958268717" sldId="280"/>
            <ac:cxnSpMk id="223" creationId="{88BA2C99-0DE1-B721-1AA4-A8BABBBE218C}"/>
          </ac:cxnSpMkLst>
        </pc:cxnChg>
      </pc:sldChg>
      <pc:sldChg chg="addSp delSp modSp del mod">
        <pc:chgData name="Terence Yang(楊金晶_PSZ)" userId="04050711-1c2b-4376-8c27-98d2e13849ce" providerId="ADAL" clId="{CF13A368-4EDE-4C54-A8E5-A890970F4A52}" dt="2023-06-14T01:08:10.570" v="352" actId="47"/>
        <pc:sldMkLst>
          <pc:docMk/>
          <pc:sldMk cId="2812865570" sldId="281"/>
        </pc:sldMkLst>
        <pc:graphicFrameChg chg="add del mod">
          <ac:chgData name="Terence Yang(楊金晶_PSZ)" userId="04050711-1c2b-4376-8c27-98d2e13849ce" providerId="ADAL" clId="{CF13A368-4EDE-4C54-A8E5-A890970F4A52}" dt="2023-06-14T00:39:15.236" v="129" actId="21"/>
          <ac:graphicFrameMkLst>
            <pc:docMk/>
            <pc:sldMk cId="2812865570" sldId="281"/>
            <ac:graphicFrameMk id="2" creationId="{78CF18C1-C254-C779-5017-8A6D0381AD7E}"/>
          </ac:graphicFrameMkLst>
        </pc:graphicFrameChg>
        <pc:graphicFrameChg chg="add mod">
          <ac:chgData name="Terence Yang(楊金晶_PSZ)" userId="04050711-1c2b-4376-8c27-98d2e13849ce" providerId="ADAL" clId="{CF13A368-4EDE-4C54-A8E5-A890970F4A52}" dt="2023-06-14T00:46:21.637" v="176" actId="1076"/>
          <ac:graphicFrameMkLst>
            <pc:docMk/>
            <pc:sldMk cId="2812865570" sldId="281"/>
            <ac:graphicFrameMk id="3" creationId="{A89F601F-E0D5-A2A1-4FE1-CF5952F09066}"/>
          </ac:graphicFrameMkLst>
        </pc:graphicFrameChg>
      </pc:sldChg>
      <pc:sldChg chg="addSp delSp modSp new del mod">
        <pc:chgData name="Terence Yang(楊金晶_PSZ)" userId="04050711-1c2b-4376-8c27-98d2e13849ce" providerId="ADAL" clId="{CF13A368-4EDE-4C54-A8E5-A890970F4A52}" dt="2023-06-14T01:08:08.218" v="351" actId="47"/>
        <pc:sldMkLst>
          <pc:docMk/>
          <pc:sldMk cId="276374689" sldId="282"/>
        </pc:sldMkLst>
        <pc:spChg chg="del">
          <ac:chgData name="Terence Yang(楊金晶_PSZ)" userId="04050711-1c2b-4376-8c27-98d2e13849ce" providerId="ADAL" clId="{CF13A368-4EDE-4C54-A8E5-A890970F4A52}" dt="2023-06-14T00:12:46.098" v="74" actId="478"/>
          <ac:spMkLst>
            <pc:docMk/>
            <pc:sldMk cId="276374689" sldId="282"/>
            <ac:spMk id="2" creationId="{D41FB768-EB6B-E412-B8E0-E6F36581FB08}"/>
          </ac:spMkLst>
        </pc:spChg>
        <pc:spChg chg="del">
          <ac:chgData name="Terence Yang(楊金晶_PSZ)" userId="04050711-1c2b-4376-8c27-98d2e13849ce" providerId="ADAL" clId="{CF13A368-4EDE-4C54-A8E5-A890970F4A52}" dt="2023-06-14T00:12:46.098" v="74" actId="478"/>
          <ac:spMkLst>
            <pc:docMk/>
            <pc:sldMk cId="276374689" sldId="282"/>
            <ac:spMk id="3" creationId="{178FCB9E-2E42-9368-1341-8BB0293038F5}"/>
          </ac:spMkLst>
        </pc:spChg>
        <pc:spChg chg="add del mod">
          <ac:chgData name="Terence Yang(楊金晶_PSZ)" userId="04050711-1c2b-4376-8c27-98d2e13849ce" providerId="ADAL" clId="{CF13A368-4EDE-4C54-A8E5-A890970F4A52}" dt="2023-06-14T00:39:18.614" v="130" actId="478"/>
          <ac:spMkLst>
            <pc:docMk/>
            <pc:sldMk cId="276374689" sldId="282"/>
            <ac:spMk id="4" creationId="{3B2D13DF-B9FA-6ED0-1234-FA42D07A7904}"/>
          </ac:spMkLst>
        </pc:spChg>
        <pc:spChg chg="add del mod">
          <ac:chgData name="Terence Yang(楊金晶_PSZ)" userId="04050711-1c2b-4376-8c27-98d2e13849ce" providerId="ADAL" clId="{CF13A368-4EDE-4C54-A8E5-A890970F4A52}" dt="2023-06-14T00:39:18.614" v="130" actId="478"/>
          <ac:spMkLst>
            <pc:docMk/>
            <pc:sldMk cId="276374689" sldId="282"/>
            <ac:spMk id="5" creationId="{CA2E6835-88E6-B807-3564-8D437D2FC2FC}"/>
          </ac:spMkLst>
        </pc:spChg>
        <pc:spChg chg="mod">
          <ac:chgData name="Terence Yang(楊金晶_PSZ)" userId="04050711-1c2b-4376-8c27-98d2e13849ce" providerId="ADAL" clId="{CF13A368-4EDE-4C54-A8E5-A890970F4A52}" dt="2023-06-14T00:39:30.958" v="133"/>
          <ac:spMkLst>
            <pc:docMk/>
            <pc:sldMk cId="276374689" sldId="282"/>
            <ac:spMk id="8" creationId="{89D1D7C9-A1CA-6294-6465-8A4EDC143BED}"/>
          </ac:spMkLst>
        </pc:spChg>
        <pc:spChg chg="mod">
          <ac:chgData name="Terence Yang(楊金晶_PSZ)" userId="04050711-1c2b-4376-8c27-98d2e13849ce" providerId="ADAL" clId="{CF13A368-4EDE-4C54-A8E5-A890970F4A52}" dt="2023-06-14T00:39:30.958" v="133"/>
          <ac:spMkLst>
            <pc:docMk/>
            <pc:sldMk cId="276374689" sldId="282"/>
            <ac:spMk id="9" creationId="{E87E0313-573C-4634-F631-AA3D8260857D}"/>
          </ac:spMkLst>
        </pc:spChg>
        <pc:spChg chg="mod">
          <ac:chgData name="Terence Yang(楊金晶_PSZ)" userId="04050711-1c2b-4376-8c27-98d2e13849ce" providerId="ADAL" clId="{CF13A368-4EDE-4C54-A8E5-A890970F4A52}" dt="2023-06-14T00:39:30.958" v="133"/>
          <ac:spMkLst>
            <pc:docMk/>
            <pc:sldMk cId="276374689" sldId="282"/>
            <ac:spMk id="10" creationId="{71A8C216-DCD7-4D45-839A-26FDF2E75FEE}"/>
          </ac:spMkLst>
        </pc:spChg>
        <pc:grpChg chg="add del mod">
          <ac:chgData name="Terence Yang(楊金晶_PSZ)" userId="04050711-1c2b-4376-8c27-98d2e13849ce" providerId="ADAL" clId="{CF13A368-4EDE-4C54-A8E5-A890970F4A52}" dt="2023-06-14T00:44:23.568" v="156" actId="478"/>
          <ac:grpSpMkLst>
            <pc:docMk/>
            <pc:sldMk cId="276374689" sldId="282"/>
            <ac:grpSpMk id="3" creationId="{9B3AC279-2F13-32F0-A6D9-0B9CFA96350C}"/>
          </ac:grpSpMkLst>
        </pc:grpChg>
        <pc:graphicFrameChg chg="add del mod">
          <ac:chgData name="Terence Yang(楊金晶_PSZ)" userId="04050711-1c2b-4376-8c27-98d2e13849ce" providerId="ADAL" clId="{CF13A368-4EDE-4C54-A8E5-A890970F4A52}" dt="2023-06-14T00:43:08.331" v="148" actId="478"/>
          <ac:graphicFrameMkLst>
            <pc:docMk/>
            <pc:sldMk cId="276374689" sldId="282"/>
            <ac:graphicFrameMk id="2" creationId="{B40B15FE-4F96-7A25-7B5C-57D7EFD9BA74}"/>
          </ac:graphicFrameMkLst>
        </pc:graphicFrameChg>
        <pc:graphicFrameChg chg="add del">
          <ac:chgData name="Terence Yang(楊金晶_PSZ)" userId="04050711-1c2b-4376-8c27-98d2e13849ce" providerId="ADAL" clId="{CF13A368-4EDE-4C54-A8E5-A890970F4A52}" dt="2023-06-14T00:14:11.275" v="83" actId="478"/>
          <ac:graphicFrameMkLst>
            <pc:docMk/>
            <pc:sldMk cId="276374689" sldId="282"/>
            <ac:graphicFrameMk id="10" creationId="{3D1DAFCC-174A-6AF4-3239-89FC0E5326AD}"/>
          </ac:graphicFrameMkLst>
        </pc:graphicFrameChg>
        <pc:graphicFrameChg chg="add del mod modGraphic">
          <ac:chgData name="Terence Yang(楊金晶_PSZ)" userId="04050711-1c2b-4376-8c27-98d2e13849ce" providerId="ADAL" clId="{CF13A368-4EDE-4C54-A8E5-A890970F4A52}" dt="2023-06-14T00:39:18.614" v="130" actId="478"/>
          <ac:graphicFrameMkLst>
            <pc:docMk/>
            <pc:sldMk cId="276374689" sldId="282"/>
            <ac:graphicFrameMk id="11" creationId="{388DB36B-E9F3-2B00-F5B9-BB9EF829B027}"/>
          </ac:graphicFrameMkLst>
        </pc:graphicFrameChg>
        <pc:graphicFrameChg chg="add mod">
          <ac:chgData name="Terence Yang(楊金晶_PSZ)" userId="04050711-1c2b-4376-8c27-98d2e13849ce" providerId="ADAL" clId="{CF13A368-4EDE-4C54-A8E5-A890970F4A52}" dt="2023-06-14T00:44:32.174" v="160" actId="14100"/>
          <ac:graphicFrameMkLst>
            <pc:docMk/>
            <pc:sldMk cId="276374689" sldId="282"/>
            <ac:graphicFrameMk id="12" creationId="{78CF18C1-C254-C779-5017-8A6D0381AD7E}"/>
          </ac:graphicFrameMkLst>
        </pc:graphicFrameChg>
        <pc:graphicFrameChg chg="add mod">
          <ac:chgData name="Terence Yang(楊金晶_PSZ)" userId="04050711-1c2b-4376-8c27-98d2e13849ce" providerId="ADAL" clId="{CF13A368-4EDE-4C54-A8E5-A890970F4A52}" dt="2023-06-14T00:44:48.801" v="161"/>
          <ac:graphicFrameMkLst>
            <pc:docMk/>
            <pc:sldMk cId="276374689" sldId="282"/>
            <ac:graphicFrameMk id="13" creationId="{4946A7FD-8AB4-40D6-04F9-2576D66F189B}"/>
          </ac:graphicFrameMkLst>
        </pc:graphicFrameChg>
        <pc:picChg chg="add del mod">
          <ac:chgData name="Terence Yang(楊金晶_PSZ)" userId="04050711-1c2b-4376-8c27-98d2e13849ce" providerId="ADAL" clId="{CF13A368-4EDE-4C54-A8E5-A890970F4A52}" dt="2023-06-14T00:39:18.614" v="130" actId="478"/>
          <ac:picMkLst>
            <pc:docMk/>
            <pc:sldMk cId="276374689" sldId="282"/>
            <ac:picMk id="6" creationId="{03CD386A-0822-48C3-8C3C-6D158F47FEA9}"/>
          </ac:picMkLst>
        </pc:picChg>
        <pc:picChg chg="add del mod">
          <ac:chgData name="Terence Yang(楊金晶_PSZ)" userId="04050711-1c2b-4376-8c27-98d2e13849ce" providerId="ADAL" clId="{CF13A368-4EDE-4C54-A8E5-A890970F4A52}" dt="2023-06-14T00:39:18.614" v="130" actId="478"/>
          <ac:picMkLst>
            <pc:docMk/>
            <pc:sldMk cId="276374689" sldId="282"/>
            <ac:picMk id="7" creationId="{6F706145-4204-AAD2-23D8-8699EB851A14}"/>
          </ac:picMkLst>
        </pc:picChg>
      </pc:sldChg>
      <pc:sldChg chg="addSp delSp modSp add mod ord">
        <pc:chgData name="Terence Yang(楊金晶_PSZ)" userId="04050711-1c2b-4376-8c27-98d2e13849ce" providerId="ADAL" clId="{CF13A368-4EDE-4C54-A8E5-A890970F4A52}" dt="2023-06-14T04:32:35.572" v="1556"/>
        <pc:sldMkLst>
          <pc:docMk/>
          <pc:sldMk cId="1690910650" sldId="283"/>
        </pc:sldMkLst>
        <pc:spChg chg="mod">
          <ac:chgData name="Terence Yang(楊金晶_PSZ)" userId="04050711-1c2b-4376-8c27-98d2e13849ce" providerId="ADAL" clId="{CF13A368-4EDE-4C54-A8E5-A890970F4A52}" dt="2023-06-14T00:53:29.049" v="271" actId="113"/>
          <ac:spMkLst>
            <pc:docMk/>
            <pc:sldMk cId="1690910650" sldId="283"/>
            <ac:spMk id="5" creationId="{2B767E34-48C8-9919-9C55-A2E9462ACC41}"/>
          </ac:spMkLst>
        </pc:spChg>
        <pc:spChg chg="mod">
          <ac:chgData name="Terence Yang(楊金晶_PSZ)" userId="04050711-1c2b-4376-8c27-98d2e13849ce" providerId="ADAL" clId="{CF13A368-4EDE-4C54-A8E5-A890970F4A52}" dt="2023-06-14T03:41:48.272" v="1478" actId="14100"/>
          <ac:spMkLst>
            <pc:docMk/>
            <pc:sldMk cId="1690910650" sldId="283"/>
            <ac:spMk id="6" creationId="{1D2322D8-6B6F-E032-3F0B-71E360C59DB7}"/>
          </ac:spMkLst>
        </pc:spChg>
        <pc:spChg chg="mod">
          <ac:chgData name="Terence Yang(楊金晶_PSZ)" userId="04050711-1c2b-4376-8c27-98d2e13849ce" providerId="ADAL" clId="{CF13A368-4EDE-4C54-A8E5-A890970F4A52}" dt="2023-06-14T04:32:35.572" v="1556"/>
          <ac:spMkLst>
            <pc:docMk/>
            <pc:sldMk cId="1690910650" sldId="283"/>
            <ac:spMk id="7" creationId="{FA318100-64AD-2EAA-7A26-67FE04AB10E8}"/>
          </ac:spMkLst>
        </pc:spChg>
        <pc:spChg chg="add mod">
          <ac:chgData name="Terence Yang(楊金晶_PSZ)" userId="04050711-1c2b-4376-8c27-98d2e13849ce" providerId="ADAL" clId="{CF13A368-4EDE-4C54-A8E5-A890970F4A52}" dt="2023-06-14T04:32:16.674" v="1554"/>
          <ac:spMkLst>
            <pc:docMk/>
            <pc:sldMk cId="1690910650" sldId="283"/>
            <ac:spMk id="12" creationId="{0A96869E-F345-3257-7A0F-E6AB5E53E56E}"/>
          </ac:spMkLst>
        </pc:spChg>
        <pc:spChg chg="add mod">
          <ac:chgData name="Terence Yang(楊金晶_PSZ)" userId="04050711-1c2b-4376-8c27-98d2e13849ce" providerId="ADAL" clId="{CF13A368-4EDE-4C54-A8E5-A890970F4A52}" dt="2023-06-14T03:19:31.534" v="1427" actId="207"/>
          <ac:spMkLst>
            <pc:docMk/>
            <pc:sldMk cId="1690910650" sldId="283"/>
            <ac:spMk id="13" creationId="{B7CDC9DC-7CD3-EF19-EDA7-070BCF83C179}"/>
          </ac:spMkLst>
        </pc:spChg>
        <pc:spChg chg="add mod">
          <ac:chgData name="Terence Yang(楊金晶_PSZ)" userId="04050711-1c2b-4376-8c27-98d2e13849ce" providerId="ADAL" clId="{CF13A368-4EDE-4C54-A8E5-A890970F4A52}" dt="2023-06-14T03:19:31.534" v="1427" actId="207"/>
          <ac:spMkLst>
            <pc:docMk/>
            <pc:sldMk cId="1690910650" sldId="283"/>
            <ac:spMk id="14" creationId="{4B5AC2EC-01F3-DF86-2AB0-5FE62012587D}"/>
          </ac:spMkLst>
        </pc:spChg>
        <pc:spChg chg="add mod">
          <ac:chgData name="Terence Yang(楊金晶_PSZ)" userId="04050711-1c2b-4376-8c27-98d2e13849ce" providerId="ADAL" clId="{CF13A368-4EDE-4C54-A8E5-A890970F4A52}" dt="2023-06-14T03:19:31.534" v="1427" actId="207"/>
          <ac:spMkLst>
            <pc:docMk/>
            <pc:sldMk cId="1690910650" sldId="283"/>
            <ac:spMk id="18" creationId="{1B9C4B04-E496-21AC-EACA-B6245D1BAF3B}"/>
          </ac:spMkLst>
        </pc:spChg>
        <pc:spChg chg="add mod">
          <ac:chgData name="Terence Yang(楊金晶_PSZ)" userId="04050711-1c2b-4376-8c27-98d2e13849ce" providerId="ADAL" clId="{CF13A368-4EDE-4C54-A8E5-A890970F4A52}" dt="2023-06-14T03:19:31.534" v="1427" actId="207"/>
          <ac:spMkLst>
            <pc:docMk/>
            <pc:sldMk cId="1690910650" sldId="283"/>
            <ac:spMk id="19" creationId="{16E534A5-42A7-502F-D216-97E055738688}"/>
          </ac:spMkLst>
        </pc:spChg>
        <pc:spChg chg="mod">
          <ac:chgData name="Terence Yang(楊金晶_PSZ)" userId="04050711-1c2b-4376-8c27-98d2e13849ce" providerId="ADAL" clId="{CF13A368-4EDE-4C54-A8E5-A890970F4A52}" dt="2023-06-14T03:19:31.534" v="1427" actId="207"/>
          <ac:spMkLst>
            <pc:docMk/>
            <pc:sldMk cId="1690910650" sldId="283"/>
            <ac:spMk id="20" creationId="{E4601A7B-ADD0-96B8-53DB-435FF290D1D5}"/>
          </ac:spMkLst>
        </pc:spChg>
        <pc:spChg chg="mod">
          <ac:chgData name="Terence Yang(楊金晶_PSZ)" userId="04050711-1c2b-4376-8c27-98d2e13849ce" providerId="ADAL" clId="{CF13A368-4EDE-4C54-A8E5-A890970F4A52}" dt="2023-06-14T03:19:31.534" v="1427" actId="207"/>
          <ac:spMkLst>
            <pc:docMk/>
            <pc:sldMk cId="1690910650" sldId="283"/>
            <ac:spMk id="21" creationId="{0C5F12A1-784B-E3C5-5E68-7EF11724B416}"/>
          </ac:spMkLst>
        </pc:spChg>
        <pc:spChg chg="del">
          <ac:chgData name="Terence Yang(楊金晶_PSZ)" userId="04050711-1c2b-4376-8c27-98d2e13849ce" providerId="ADAL" clId="{CF13A368-4EDE-4C54-A8E5-A890970F4A52}" dt="2023-06-14T00:46:36.143" v="180" actId="478"/>
          <ac:spMkLst>
            <pc:docMk/>
            <pc:sldMk cId="1690910650" sldId="283"/>
            <ac:spMk id="22" creationId="{403DACD5-914E-C5AA-497B-0F74D7199798}"/>
          </ac:spMkLst>
        </pc:spChg>
        <pc:spChg chg="add mod">
          <ac:chgData name="Terence Yang(楊金晶_PSZ)" userId="04050711-1c2b-4376-8c27-98d2e13849ce" providerId="ADAL" clId="{CF13A368-4EDE-4C54-A8E5-A890970F4A52}" dt="2023-06-14T03:19:31.534" v="1427" actId="207"/>
          <ac:spMkLst>
            <pc:docMk/>
            <pc:sldMk cId="1690910650" sldId="283"/>
            <ac:spMk id="24" creationId="{FEB6B850-EE21-1906-CC95-6EE239CE6BA7}"/>
          </ac:spMkLst>
        </pc:spChg>
        <pc:spChg chg="add mod">
          <ac:chgData name="Terence Yang(楊金晶_PSZ)" userId="04050711-1c2b-4376-8c27-98d2e13849ce" providerId="ADAL" clId="{CF13A368-4EDE-4C54-A8E5-A890970F4A52}" dt="2023-06-14T03:19:31.534" v="1427" actId="207"/>
          <ac:spMkLst>
            <pc:docMk/>
            <pc:sldMk cId="1690910650" sldId="283"/>
            <ac:spMk id="25" creationId="{D0213F91-CF94-0104-74EB-6FE111E2E254}"/>
          </ac:spMkLst>
        </pc:spChg>
        <pc:spChg chg="add mod">
          <ac:chgData name="Terence Yang(楊金晶_PSZ)" userId="04050711-1c2b-4376-8c27-98d2e13849ce" providerId="ADAL" clId="{CF13A368-4EDE-4C54-A8E5-A890970F4A52}" dt="2023-06-14T03:19:31.534" v="1427" actId="207"/>
          <ac:spMkLst>
            <pc:docMk/>
            <pc:sldMk cId="1690910650" sldId="283"/>
            <ac:spMk id="26" creationId="{9724AE3A-2549-843E-479B-A7E42A8B21AE}"/>
          </ac:spMkLst>
        </pc:spChg>
        <pc:spChg chg="add mod">
          <ac:chgData name="Terence Yang(楊金晶_PSZ)" userId="04050711-1c2b-4376-8c27-98d2e13849ce" providerId="ADAL" clId="{CF13A368-4EDE-4C54-A8E5-A890970F4A52}" dt="2023-06-14T03:19:31.534" v="1427" actId="207"/>
          <ac:spMkLst>
            <pc:docMk/>
            <pc:sldMk cId="1690910650" sldId="283"/>
            <ac:spMk id="27" creationId="{9CB66B55-D464-A117-2135-5E92EEE27E43}"/>
          </ac:spMkLst>
        </pc:spChg>
        <pc:grpChg chg="mod">
          <ac:chgData name="Terence Yang(楊金晶_PSZ)" userId="04050711-1c2b-4376-8c27-98d2e13849ce" providerId="ADAL" clId="{CF13A368-4EDE-4C54-A8E5-A890970F4A52}" dt="2023-06-14T03:20:41.515" v="1443" actId="1076"/>
          <ac:grpSpMkLst>
            <pc:docMk/>
            <pc:sldMk cId="1690910650" sldId="283"/>
            <ac:grpSpMk id="8" creationId="{8B38D0EF-D14E-B046-7362-EE9A549AAB3D}"/>
          </ac:grpSpMkLst>
        </pc:grpChg>
        <pc:graphicFrameChg chg="mod">
          <ac:chgData name="Terence Yang(楊金晶_PSZ)" userId="04050711-1c2b-4376-8c27-98d2e13849ce" providerId="ADAL" clId="{CF13A368-4EDE-4C54-A8E5-A890970F4A52}" dt="2023-06-14T03:20:03.760" v="1431"/>
          <ac:graphicFrameMkLst>
            <pc:docMk/>
            <pc:sldMk cId="1690910650" sldId="283"/>
            <ac:graphicFrameMk id="3" creationId="{A89F601F-E0D5-A2A1-4FE1-CF5952F09066}"/>
          </ac:graphicFrameMkLst>
        </pc:graphicFrameChg>
        <pc:graphicFrameChg chg="mod">
          <ac:chgData name="Terence Yang(楊金晶_PSZ)" userId="04050711-1c2b-4376-8c27-98d2e13849ce" providerId="ADAL" clId="{CF13A368-4EDE-4C54-A8E5-A890970F4A52}" dt="2023-06-14T04:31:47.804" v="1538" actId="20577"/>
          <ac:graphicFrameMkLst>
            <pc:docMk/>
            <pc:sldMk cId="1690910650" sldId="283"/>
            <ac:graphicFrameMk id="15" creationId="{D6943F1D-85B5-3108-4005-19F1F069B1BB}"/>
          </ac:graphicFrameMkLst>
        </pc:graphicFrameChg>
        <pc:graphicFrameChg chg="mod">
          <ac:chgData name="Terence Yang(楊金晶_PSZ)" userId="04050711-1c2b-4376-8c27-98d2e13849ce" providerId="ADAL" clId="{CF13A368-4EDE-4C54-A8E5-A890970F4A52}" dt="2023-06-14T04:32:22.913" v="1555"/>
          <ac:graphicFrameMkLst>
            <pc:docMk/>
            <pc:sldMk cId="1690910650" sldId="283"/>
            <ac:graphicFrameMk id="16" creationId="{6D24B797-48EB-F234-2D3B-AEEE7C052E5D}"/>
          </ac:graphicFrameMkLst>
        </pc:graphicFrameChg>
        <pc:graphicFrameChg chg="del">
          <ac:chgData name="Terence Yang(楊金晶_PSZ)" userId="04050711-1c2b-4376-8c27-98d2e13849ce" providerId="ADAL" clId="{CF13A368-4EDE-4C54-A8E5-A890970F4A52}" dt="2023-06-14T00:46:32.835" v="179" actId="478"/>
          <ac:graphicFrameMkLst>
            <pc:docMk/>
            <pc:sldMk cId="1690910650" sldId="283"/>
            <ac:graphicFrameMk id="17" creationId="{A1582E0D-2D90-26F9-BAC5-D54FAA6DE15F}"/>
          </ac:graphicFrameMkLst>
        </pc:graphicFrameChg>
        <pc:graphicFrameChg chg="add del mod">
          <ac:chgData name="Terence Yang(楊金晶_PSZ)" userId="04050711-1c2b-4376-8c27-98d2e13849ce" providerId="ADAL" clId="{CF13A368-4EDE-4C54-A8E5-A890970F4A52}" dt="2023-06-14T00:54:17.454" v="284"/>
          <ac:graphicFrameMkLst>
            <pc:docMk/>
            <pc:sldMk cId="1690910650" sldId="283"/>
            <ac:graphicFrameMk id="23" creationId="{B6DBA7F5-6B0F-E65C-3E31-856F2F17975B}"/>
          </ac:graphicFrameMkLst>
        </pc:graphicFrameChg>
        <pc:picChg chg="add del mod ord">
          <ac:chgData name="Terence Yang(楊金晶_PSZ)" userId="04050711-1c2b-4376-8c27-98d2e13849ce" providerId="ADAL" clId="{CF13A368-4EDE-4C54-A8E5-A890970F4A52}" dt="2023-06-14T01:10:07.162" v="401"/>
          <ac:picMkLst>
            <pc:docMk/>
            <pc:sldMk cId="1690910650" sldId="283"/>
            <ac:picMk id="28" creationId="{4A14010C-3650-EAC6-B00C-18F2394697B9}"/>
          </ac:picMkLst>
        </pc:picChg>
      </pc:sldChg>
      <pc:sldChg chg="new del">
        <pc:chgData name="Terence Yang(楊金晶_PSZ)" userId="04050711-1c2b-4376-8c27-98d2e13849ce" providerId="ADAL" clId="{CF13A368-4EDE-4C54-A8E5-A890970F4A52}" dt="2023-06-14T00:15:25.747" v="121" actId="47"/>
        <pc:sldMkLst>
          <pc:docMk/>
          <pc:sldMk cId="2738597551" sldId="283"/>
        </pc:sldMkLst>
      </pc:sldChg>
      <pc:sldChg chg="addSp delSp modSp new mod">
        <pc:chgData name="Terence Yang(楊金晶_PSZ)" userId="04050711-1c2b-4376-8c27-98d2e13849ce" providerId="ADAL" clId="{CF13A368-4EDE-4C54-A8E5-A890970F4A52}" dt="2023-06-14T02:06:19.967" v="801"/>
        <pc:sldMkLst>
          <pc:docMk/>
          <pc:sldMk cId="1055736207" sldId="284"/>
        </pc:sldMkLst>
        <pc:spChg chg="del">
          <ac:chgData name="Terence Yang(楊金晶_PSZ)" userId="04050711-1c2b-4376-8c27-98d2e13849ce" providerId="ADAL" clId="{CF13A368-4EDE-4C54-A8E5-A890970F4A52}" dt="2023-06-14T01:26:20.744" v="407" actId="478"/>
          <ac:spMkLst>
            <pc:docMk/>
            <pc:sldMk cId="1055736207" sldId="284"/>
            <ac:spMk id="2" creationId="{CAA8F736-1BC9-AB17-86C8-28438498013E}"/>
          </ac:spMkLst>
        </pc:spChg>
        <pc:spChg chg="del">
          <ac:chgData name="Terence Yang(楊金晶_PSZ)" userId="04050711-1c2b-4376-8c27-98d2e13849ce" providerId="ADAL" clId="{CF13A368-4EDE-4C54-A8E5-A890970F4A52}" dt="2023-06-14T01:26:20.744" v="407" actId="478"/>
          <ac:spMkLst>
            <pc:docMk/>
            <pc:sldMk cId="1055736207" sldId="284"/>
            <ac:spMk id="3" creationId="{EFB92910-CD81-51B8-4E09-18ACBF5E1775}"/>
          </ac:spMkLst>
        </pc:spChg>
        <pc:spChg chg="add mod topLvl">
          <ac:chgData name="Terence Yang(楊金晶_PSZ)" userId="04050711-1c2b-4376-8c27-98d2e13849ce" providerId="ADAL" clId="{CF13A368-4EDE-4C54-A8E5-A890970F4A52}" dt="2023-06-14T01:28:44.007" v="431" actId="2711"/>
          <ac:spMkLst>
            <pc:docMk/>
            <pc:sldMk cId="1055736207" sldId="284"/>
            <ac:spMk id="5" creationId="{3D48A73A-F4CF-0EE9-03CD-44A7832F92EB}"/>
          </ac:spMkLst>
        </pc:spChg>
        <pc:spChg chg="add mod topLvl">
          <ac:chgData name="Terence Yang(楊金晶_PSZ)" userId="04050711-1c2b-4376-8c27-98d2e13849ce" providerId="ADAL" clId="{CF13A368-4EDE-4C54-A8E5-A890970F4A52}" dt="2023-06-14T01:30:51.353" v="444" actId="14861"/>
          <ac:spMkLst>
            <pc:docMk/>
            <pc:sldMk cId="1055736207" sldId="284"/>
            <ac:spMk id="6" creationId="{C9C143DE-EB4B-8E04-0FBE-2F82B5FBAABF}"/>
          </ac:spMkLst>
        </pc:spChg>
        <pc:spChg chg="add mod topLvl">
          <ac:chgData name="Terence Yang(楊金晶_PSZ)" userId="04050711-1c2b-4376-8c27-98d2e13849ce" providerId="ADAL" clId="{CF13A368-4EDE-4C54-A8E5-A890970F4A52}" dt="2023-06-14T01:28:44.007" v="431" actId="2711"/>
          <ac:spMkLst>
            <pc:docMk/>
            <pc:sldMk cId="1055736207" sldId="284"/>
            <ac:spMk id="7" creationId="{2F359C8D-10A2-5727-BB88-4F164D97F600}"/>
          </ac:spMkLst>
        </pc:spChg>
        <pc:spChg chg="add mod topLvl">
          <ac:chgData name="Terence Yang(楊金晶_PSZ)" userId="04050711-1c2b-4376-8c27-98d2e13849ce" providerId="ADAL" clId="{CF13A368-4EDE-4C54-A8E5-A890970F4A52}" dt="2023-06-14T01:30:51.353" v="444" actId="14861"/>
          <ac:spMkLst>
            <pc:docMk/>
            <pc:sldMk cId="1055736207" sldId="284"/>
            <ac:spMk id="8" creationId="{7579E3A4-9988-4133-0809-1B581C8AAFB1}"/>
          </ac:spMkLst>
        </pc:spChg>
        <pc:spChg chg="add mod topLvl">
          <ac:chgData name="Terence Yang(楊金晶_PSZ)" userId="04050711-1c2b-4376-8c27-98d2e13849ce" providerId="ADAL" clId="{CF13A368-4EDE-4C54-A8E5-A890970F4A52}" dt="2023-06-14T01:30:51.353" v="444" actId="14861"/>
          <ac:spMkLst>
            <pc:docMk/>
            <pc:sldMk cId="1055736207" sldId="284"/>
            <ac:spMk id="9" creationId="{125D1222-56DE-537E-3866-CA252E9D6BBE}"/>
          </ac:spMkLst>
        </pc:spChg>
        <pc:spChg chg="add mod topLvl">
          <ac:chgData name="Terence Yang(楊金晶_PSZ)" userId="04050711-1c2b-4376-8c27-98d2e13849ce" providerId="ADAL" clId="{CF13A368-4EDE-4C54-A8E5-A890970F4A52}" dt="2023-06-14T01:28:44.007" v="431" actId="2711"/>
          <ac:spMkLst>
            <pc:docMk/>
            <pc:sldMk cId="1055736207" sldId="284"/>
            <ac:spMk id="10" creationId="{0B6042D2-1F27-14A8-54C3-30EA0B0EB321}"/>
          </ac:spMkLst>
        </pc:spChg>
        <pc:spChg chg="add mod topLvl">
          <ac:chgData name="Terence Yang(楊金晶_PSZ)" userId="04050711-1c2b-4376-8c27-98d2e13849ce" providerId="ADAL" clId="{CF13A368-4EDE-4C54-A8E5-A890970F4A52}" dt="2023-06-14T01:28:44.007" v="431" actId="2711"/>
          <ac:spMkLst>
            <pc:docMk/>
            <pc:sldMk cId="1055736207" sldId="284"/>
            <ac:spMk id="11" creationId="{75D4104A-AF46-5227-E7EF-82153F221105}"/>
          </ac:spMkLst>
        </pc:spChg>
        <pc:spChg chg="add mod topLvl">
          <ac:chgData name="Terence Yang(楊金晶_PSZ)" userId="04050711-1c2b-4376-8c27-98d2e13849ce" providerId="ADAL" clId="{CF13A368-4EDE-4C54-A8E5-A890970F4A52}" dt="2023-06-14T01:30:51.353" v="444" actId="14861"/>
          <ac:spMkLst>
            <pc:docMk/>
            <pc:sldMk cId="1055736207" sldId="284"/>
            <ac:spMk id="12" creationId="{FDE5C465-9540-9496-1AF1-EEAFE221B86B}"/>
          </ac:spMkLst>
        </pc:spChg>
        <pc:spChg chg="add mod topLvl">
          <ac:chgData name="Terence Yang(楊金晶_PSZ)" userId="04050711-1c2b-4376-8c27-98d2e13849ce" providerId="ADAL" clId="{CF13A368-4EDE-4C54-A8E5-A890970F4A52}" dt="2023-06-14T01:28:44.007" v="431" actId="2711"/>
          <ac:spMkLst>
            <pc:docMk/>
            <pc:sldMk cId="1055736207" sldId="284"/>
            <ac:spMk id="13" creationId="{6707CBEA-1D28-71DE-5F6C-49C4A3C7CC9E}"/>
          </ac:spMkLst>
        </pc:spChg>
        <pc:spChg chg="add mod topLvl">
          <ac:chgData name="Terence Yang(楊金晶_PSZ)" userId="04050711-1c2b-4376-8c27-98d2e13849ce" providerId="ADAL" clId="{CF13A368-4EDE-4C54-A8E5-A890970F4A52}" dt="2023-06-14T01:28:44.007" v="431" actId="2711"/>
          <ac:spMkLst>
            <pc:docMk/>
            <pc:sldMk cId="1055736207" sldId="284"/>
            <ac:spMk id="14" creationId="{6A0ECD82-3F35-61BA-EA93-12FABD91F5D0}"/>
          </ac:spMkLst>
        </pc:spChg>
        <pc:spChg chg="add mod topLvl">
          <ac:chgData name="Terence Yang(楊金晶_PSZ)" userId="04050711-1c2b-4376-8c27-98d2e13849ce" providerId="ADAL" clId="{CF13A368-4EDE-4C54-A8E5-A890970F4A52}" dt="2023-06-14T01:28:44.007" v="431" actId="2711"/>
          <ac:spMkLst>
            <pc:docMk/>
            <pc:sldMk cId="1055736207" sldId="284"/>
            <ac:spMk id="15" creationId="{EFE4D4A0-3AF4-F657-705B-B0910B1EB505}"/>
          </ac:spMkLst>
        </pc:spChg>
        <pc:spChg chg="add mod topLvl">
          <ac:chgData name="Terence Yang(楊金晶_PSZ)" userId="04050711-1c2b-4376-8c27-98d2e13849ce" providerId="ADAL" clId="{CF13A368-4EDE-4C54-A8E5-A890970F4A52}" dt="2023-06-14T01:30:51.353" v="444" actId="14861"/>
          <ac:spMkLst>
            <pc:docMk/>
            <pc:sldMk cId="1055736207" sldId="284"/>
            <ac:spMk id="16" creationId="{AF97FBAD-6C2F-5056-C23A-2713AFDED866}"/>
          </ac:spMkLst>
        </pc:spChg>
        <pc:spChg chg="add mod topLvl">
          <ac:chgData name="Terence Yang(楊金晶_PSZ)" userId="04050711-1c2b-4376-8c27-98d2e13849ce" providerId="ADAL" clId="{CF13A368-4EDE-4C54-A8E5-A890970F4A52}" dt="2023-06-14T01:28:44.007" v="431" actId="2711"/>
          <ac:spMkLst>
            <pc:docMk/>
            <pc:sldMk cId="1055736207" sldId="284"/>
            <ac:spMk id="17" creationId="{D60E3F14-D305-9651-9C35-8CA6D32542A2}"/>
          </ac:spMkLst>
        </pc:spChg>
        <pc:spChg chg="add mod topLvl">
          <ac:chgData name="Terence Yang(楊金晶_PSZ)" userId="04050711-1c2b-4376-8c27-98d2e13849ce" providerId="ADAL" clId="{CF13A368-4EDE-4C54-A8E5-A890970F4A52}" dt="2023-06-14T01:30:51.353" v="444" actId="14861"/>
          <ac:spMkLst>
            <pc:docMk/>
            <pc:sldMk cId="1055736207" sldId="284"/>
            <ac:spMk id="18" creationId="{CD6C5762-9F4A-664E-F04D-3CAEA100C92F}"/>
          </ac:spMkLst>
        </pc:spChg>
        <pc:spChg chg="add mod topLvl">
          <ac:chgData name="Terence Yang(楊金晶_PSZ)" userId="04050711-1c2b-4376-8c27-98d2e13849ce" providerId="ADAL" clId="{CF13A368-4EDE-4C54-A8E5-A890970F4A52}" dt="2023-06-14T01:30:51.353" v="444" actId="14861"/>
          <ac:spMkLst>
            <pc:docMk/>
            <pc:sldMk cId="1055736207" sldId="284"/>
            <ac:spMk id="19" creationId="{507ED33E-B348-7946-79EF-00E64600DB79}"/>
          </ac:spMkLst>
        </pc:spChg>
        <pc:spChg chg="add mod topLvl">
          <ac:chgData name="Terence Yang(楊金晶_PSZ)" userId="04050711-1c2b-4376-8c27-98d2e13849ce" providerId="ADAL" clId="{CF13A368-4EDE-4C54-A8E5-A890970F4A52}" dt="2023-06-14T01:30:51.353" v="444" actId="14861"/>
          <ac:spMkLst>
            <pc:docMk/>
            <pc:sldMk cId="1055736207" sldId="284"/>
            <ac:spMk id="20" creationId="{0239778F-55A4-FB0A-0F1A-37973645DF13}"/>
          </ac:spMkLst>
        </pc:spChg>
        <pc:spChg chg="add mod topLvl">
          <ac:chgData name="Terence Yang(楊金晶_PSZ)" userId="04050711-1c2b-4376-8c27-98d2e13849ce" providerId="ADAL" clId="{CF13A368-4EDE-4C54-A8E5-A890970F4A52}" dt="2023-06-14T01:28:44.007" v="431" actId="2711"/>
          <ac:spMkLst>
            <pc:docMk/>
            <pc:sldMk cId="1055736207" sldId="284"/>
            <ac:spMk id="21" creationId="{F824D448-D80C-D35B-0D1A-E436D8E6ADA9}"/>
          </ac:spMkLst>
        </pc:spChg>
        <pc:spChg chg="add del mod">
          <ac:chgData name="Terence Yang(楊金晶_PSZ)" userId="04050711-1c2b-4376-8c27-98d2e13849ce" providerId="ADAL" clId="{CF13A368-4EDE-4C54-A8E5-A890970F4A52}" dt="2023-06-14T01:52:03.418" v="774" actId="478"/>
          <ac:spMkLst>
            <pc:docMk/>
            <pc:sldMk cId="1055736207" sldId="284"/>
            <ac:spMk id="23" creationId="{0074B95E-7883-C286-E834-CFD7D92678EC}"/>
          </ac:spMkLst>
        </pc:spChg>
        <pc:spChg chg="add mod">
          <ac:chgData name="Terence Yang(楊金晶_PSZ)" userId="04050711-1c2b-4376-8c27-98d2e13849ce" providerId="ADAL" clId="{CF13A368-4EDE-4C54-A8E5-A890970F4A52}" dt="2023-06-14T01:52:07.657" v="776" actId="207"/>
          <ac:spMkLst>
            <pc:docMk/>
            <pc:sldMk cId="1055736207" sldId="284"/>
            <ac:spMk id="24" creationId="{33038B15-50DA-4042-CC47-C1339C0E0B8B}"/>
          </ac:spMkLst>
        </pc:spChg>
        <pc:grpChg chg="add del mod">
          <ac:chgData name="Terence Yang(楊金晶_PSZ)" userId="04050711-1c2b-4376-8c27-98d2e13849ce" providerId="ADAL" clId="{CF13A368-4EDE-4C54-A8E5-A890970F4A52}" dt="2023-06-14T01:27:42.024" v="421" actId="165"/>
          <ac:grpSpMkLst>
            <pc:docMk/>
            <pc:sldMk cId="1055736207" sldId="284"/>
            <ac:grpSpMk id="22" creationId="{E92C564F-4E3C-EBE7-E804-20F87F9FF2B1}"/>
          </ac:grpSpMkLst>
        </pc:grpChg>
        <pc:picChg chg="add mod topLvl modCrop">
          <ac:chgData name="Terence Yang(楊金晶_PSZ)" userId="04050711-1c2b-4376-8c27-98d2e13849ce" providerId="ADAL" clId="{CF13A368-4EDE-4C54-A8E5-A890970F4A52}" dt="2023-06-14T02:06:19.967" v="801"/>
          <ac:picMkLst>
            <pc:docMk/>
            <pc:sldMk cId="1055736207" sldId="284"/>
            <ac:picMk id="4" creationId="{77D6C9AF-11DE-6543-80F8-2608AD661585}"/>
          </ac:picMkLst>
        </pc:picChg>
      </pc:sldChg>
      <pc:sldChg chg="add del">
        <pc:chgData name="Terence Yang(楊金晶_PSZ)" userId="04050711-1c2b-4376-8c27-98d2e13849ce" providerId="ADAL" clId="{CF13A368-4EDE-4C54-A8E5-A890970F4A52}" dt="2023-06-14T00:15:35.187" v="122" actId="47"/>
        <pc:sldMkLst>
          <pc:docMk/>
          <pc:sldMk cId="0" sldId="440"/>
        </pc:sldMkLst>
      </pc:sldChg>
      <pc:sldChg chg="addSp delSp modSp add del mod">
        <pc:chgData name="Terence Yang(楊金晶_PSZ)" userId="04050711-1c2b-4376-8c27-98d2e13849ce" providerId="ADAL" clId="{CF13A368-4EDE-4C54-A8E5-A890970F4A52}" dt="2023-06-14T01:41:58.626" v="516" actId="47"/>
        <pc:sldMkLst>
          <pc:docMk/>
          <pc:sldMk cId="0" sldId="494"/>
        </pc:sldMkLst>
        <pc:spChg chg="add mod">
          <ac:chgData name="Terence Yang(楊金晶_PSZ)" userId="04050711-1c2b-4376-8c27-98d2e13849ce" providerId="ADAL" clId="{CF13A368-4EDE-4C54-A8E5-A890970F4A52}" dt="2023-06-14T01:34:29.734" v="465" actId="207"/>
          <ac:spMkLst>
            <pc:docMk/>
            <pc:sldMk cId="0" sldId="494"/>
            <ac:spMk id="10" creationId="{F4A80197-B668-42C6-374E-EBB49AA725E4}"/>
          </ac:spMkLst>
        </pc:spChg>
        <pc:spChg chg="del mod">
          <ac:chgData name="Terence Yang(楊金晶_PSZ)" userId="04050711-1c2b-4376-8c27-98d2e13849ce" providerId="ADAL" clId="{CF13A368-4EDE-4C54-A8E5-A890970F4A52}" dt="2023-06-14T01:34:14.911" v="462" actId="478"/>
          <ac:spMkLst>
            <pc:docMk/>
            <pc:sldMk cId="0" sldId="494"/>
            <ac:spMk id="16" creationId="{00000000-0000-0000-0000-000000000000}"/>
          </ac:spMkLst>
        </pc:spChg>
        <pc:spChg chg="del">
          <ac:chgData name="Terence Yang(楊金晶_PSZ)" userId="04050711-1c2b-4376-8c27-98d2e13849ce" providerId="ADAL" clId="{CF13A368-4EDE-4C54-A8E5-A890970F4A52}" dt="2023-06-14T01:35:20.621" v="476" actId="478"/>
          <ac:spMkLst>
            <pc:docMk/>
            <pc:sldMk cId="0" sldId="494"/>
            <ac:spMk id="33" creationId="{00000000-0000-0000-0000-000000000000}"/>
          </ac:spMkLst>
        </pc:spChg>
        <pc:spChg chg="del">
          <ac:chgData name="Terence Yang(楊金晶_PSZ)" userId="04050711-1c2b-4376-8c27-98d2e13849ce" providerId="ADAL" clId="{CF13A368-4EDE-4C54-A8E5-A890970F4A52}" dt="2023-06-14T01:35:01.994" v="472" actId="478"/>
          <ac:spMkLst>
            <pc:docMk/>
            <pc:sldMk cId="0" sldId="494"/>
            <ac:spMk id="50" creationId="{00000000-0000-0000-0000-000000000000}"/>
          </ac:spMkLst>
        </pc:spChg>
        <pc:grpChg chg="mod">
          <ac:chgData name="Terence Yang(楊金晶_PSZ)" userId="04050711-1c2b-4376-8c27-98d2e13849ce" providerId="ADAL" clId="{CF13A368-4EDE-4C54-A8E5-A890970F4A52}" dt="2023-06-14T01:35:12.563" v="475" actId="1076"/>
          <ac:grpSpMkLst>
            <pc:docMk/>
            <pc:sldMk cId="0" sldId="494"/>
            <ac:grpSpMk id="32" creationId="{00000000-0000-0000-0000-000000000000}"/>
          </ac:grpSpMkLst>
        </pc:grpChg>
        <pc:grpChg chg="add del mod">
          <ac:chgData name="Terence Yang(楊金晶_PSZ)" userId="04050711-1c2b-4376-8c27-98d2e13849ce" providerId="ADAL" clId="{CF13A368-4EDE-4C54-A8E5-A890970F4A52}" dt="2023-06-14T01:35:10.172" v="474" actId="1076"/>
          <ac:grpSpMkLst>
            <pc:docMk/>
            <pc:sldMk cId="0" sldId="494"/>
            <ac:grpSpMk id="35" creationId="{00000000-0000-0000-0000-000000000000}"/>
          </ac:grpSpMkLst>
        </pc:grpChg>
        <pc:picChg chg="mod">
          <ac:chgData name="Terence Yang(楊金晶_PSZ)" userId="04050711-1c2b-4376-8c27-98d2e13849ce" providerId="ADAL" clId="{CF13A368-4EDE-4C54-A8E5-A890970F4A52}" dt="2023-06-14T01:35:27.580" v="477" actId="14100"/>
          <ac:picMkLst>
            <pc:docMk/>
            <pc:sldMk cId="0" sldId="494"/>
            <ac:picMk id="1056" creationId="{00000000-0000-0000-0000-000000000000}"/>
          </ac:picMkLst>
        </pc:picChg>
        <pc:cxnChg chg="mod">
          <ac:chgData name="Terence Yang(楊金晶_PSZ)" userId="04050711-1c2b-4376-8c27-98d2e13849ce" providerId="ADAL" clId="{CF13A368-4EDE-4C54-A8E5-A890970F4A52}" dt="2023-06-14T01:35:10.172" v="474" actId="1076"/>
          <ac:cxnSpMkLst>
            <pc:docMk/>
            <pc:sldMk cId="0" sldId="494"/>
            <ac:cxnSpMk id="52" creationId="{00000000-0000-0000-0000-000000000000}"/>
          </ac:cxnSpMkLst>
        </pc:cxnChg>
        <pc:cxnChg chg="mod">
          <ac:chgData name="Terence Yang(楊金晶_PSZ)" userId="04050711-1c2b-4376-8c27-98d2e13849ce" providerId="ADAL" clId="{CF13A368-4EDE-4C54-A8E5-A890970F4A52}" dt="2023-06-14T01:35:27.580" v="477" actId="14100"/>
          <ac:cxnSpMkLst>
            <pc:docMk/>
            <pc:sldMk cId="0" sldId="494"/>
            <ac:cxnSpMk id="62" creationId="{00000000-0000-0000-0000-000000000000}"/>
          </ac:cxnSpMkLst>
        </pc:cxnChg>
        <pc:cxnChg chg="del">
          <ac:chgData name="Terence Yang(楊金晶_PSZ)" userId="04050711-1c2b-4376-8c27-98d2e13849ce" providerId="ADAL" clId="{CF13A368-4EDE-4C54-A8E5-A890970F4A52}" dt="2023-06-14T01:34:03.223" v="459" actId="478"/>
          <ac:cxnSpMkLst>
            <pc:docMk/>
            <pc:sldMk cId="0" sldId="494"/>
            <ac:cxnSpMk id="202" creationId="{00000000-0000-0000-0000-000000000000}"/>
          </ac:cxnSpMkLst>
        </pc:cxnChg>
      </pc:sldChg>
      <pc:sldChg chg="modSp add del mod">
        <pc:chgData name="Terence Yang(楊金晶_PSZ)" userId="04050711-1c2b-4376-8c27-98d2e13849ce" providerId="ADAL" clId="{CF13A368-4EDE-4C54-A8E5-A890970F4A52}" dt="2023-06-14T03:42:36.063" v="1486" actId="403"/>
        <pc:sldMkLst>
          <pc:docMk/>
          <pc:sldMk cId="0" sldId="538"/>
        </pc:sldMkLst>
        <pc:spChg chg="mod">
          <ac:chgData name="Terence Yang(楊金晶_PSZ)" userId="04050711-1c2b-4376-8c27-98d2e13849ce" providerId="ADAL" clId="{CF13A368-4EDE-4C54-A8E5-A890970F4A52}" dt="2023-06-14T03:42:36.063" v="1486" actId="403"/>
          <ac:spMkLst>
            <pc:docMk/>
            <pc:sldMk cId="0" sldId="538"/>
            <ac:spMk id="2" creationId="{00000000-0000-0000-0000-000000000000}"/>
          </ac:spMkLst>
        </pc:spChg>
      </pc:sldChg>
      <pc:sldChg chg="add del">
        <pc:chgData name="Terence Yang(楊金晶_PSZ)" userId="04050711-1c2b-4376-8c27-98d2e13849ce" providerId="ADAL" clId="{CF13A368-4EDE-4C54-A8E5-A890970F4A52}" dt="2023-06-14T02:24:45.523" v="1071" actId="47"/>
        <pc:sldMkLst>
          <pc:docMk/>
          <pc:sldMk cId="0" sldId="540"/>
        </pc:sldMkLst>
      </pc:sldChg>
      <pc:sldChg chg="add del">
        <pc:chgData name="Terence Yang(楊金晶_PSZ)" userId="04050711-1c2b-4376-8c27-98d2e13849ce" providerId="ADAL" clId="{CF13A368-4EDE-4C54-A8E5-A890970F4A52}" dt="2023-06-14T01:44:18.446" v="656" actId="47"/>
        <pc:sldMkLst>
          <pc:docMk/>
          <pc:sldMk cId="0" sldId="615"/>
        </pc:sldMkLst>
      </pc:sldChg>
      <pc:sldChg chg="addSp delSp modSp new mod">
        <pc:chgData name="Terence Yang(楊金晶_PSZ)" userId="04050711-1c2b-4376-8c27-98d2e13849ce" providerId="ADAL" clId="{CF13A368-4EDE-4C54-A8E5-A890970F4A52}" dt="2023-06-14T02:06:58.990" v="805"/>
        <pc:sldMkLst>
          <pc:docMk/>
          <pc:sldMk cId="3136072887" sldId="616"/>
        </pc:sldMkLst>
        <pc:spChg chg="del">
          <ac:chgData name="Terence Yang(楊金晶_PSZ)" userId="04050711-1c2b-4376-8c27-98d2e13849ce" providerId="ADAL" clId="{CF13A368-4EDE-4C54-A8E5-A890970F4A52}" dt="2023-06-14T01:39:07.376" v="479" actId="478"/>
          <ac:spMkLst>
            <pc:docMk/>
            <pc:sldMk cId="3136072887" sldId="616"/>
            <ac:spMk id="2" creationId="{928959B8-39E6-0F2F-25B8-508B3512E2CE}"/>
          </ac:spMkLst>
        </pc:spChg>
        <pc:spChg chg="del">
          <ac:chgData name="Terence Yang(楊金晶_PSZ)" userId="04050711-1c2b-4376-8c27-98d2e13849ce" providerId="ADAL" clId="{CF13A368-4EDE-4C54-A8E5-A890970F4A52}" dt="2023-06-14T01:39:07.376" v="479" actId="478"/>
          <ac:spMkLst>
            <pc:docMk/>
            <pc:sldMk cId="3136072887" sldId="616"/>
            <ac:spMk id="3" creationId="{955E8640-36AA-8800-1AFF-98813D2182BB}"/>
          </ac:spMkLst>
        </pc:spChg>
        <pc:spChg chg="add del mod">
          <ac:chgData name="Terence Yang(楊金晶_PSZ)" userId="04050711-1c2b-4376-8c27-98d2e13849ce" providerId="ADAL" clId="{CF13A368-4EDE-4C54-A8E5-A890970F4A52}" dt="2023-06-14T01:51:42.765" v="767" actId="478"/>
          <ac:spMkLst>
            <pc:docMk/>
            <pc:sldMk cId="3136072887" sldId="616"/>
            <ac:spMk id="4" creationId="{AFF4155C-C693-F43F-421C-6B15DFA583D5}"/>
          </ac:spMkLst>
        </pc:spChg>
        <pc:spChg chg="add del mod">
          <ac:chgData name="Terence Yang(楊金晶_PSZ)" userId="04050711-1c2b-4376-8c27-98d2e13849ce" providerId="ADAL" clId="{CF13A368-4EDE-4C54-A8E5-A890970F4A52}" dt="2023-06-14T01:39:27.737" v="482"/>
          <ac:spMkLst>
            <pc:docMk/>
            <pc:sldMk cId="3136072887" sldId="616"/>
            <ac:spMk id="5" creationId="{D1ACE8B7-A915-0077-7E63-D412E2710956}"/>
          </ac:spMkLst>
        </pc:spChg>
        <pc:spChg chg="mod">
          <ac:chgData name="Terence Yang(楊金晶_PSZ)" userId="04050711-1c2b-4376-8c27-98d2e13849ce" providerId="ADAL" clId="{CF13A368-4EDE-4C54-A8E5-A890970F4A52}" dt="2023-06-14T01:50:14.278" v="731" actId="555"/>
          <ac:spMkLst>
            <pc:docMk/>
            <pc:sldMk cId="3136072887" sldId="616"/>
            <ac:spMk id="9" creationId="{EC3AAA68-4B0D-BF2B-3CFA-F61B964A195D}"/>
          </ac:spMkLst>
        </pc:spChg>
        <pc:spChg chg="mod">
          <ac:chgData name="Terence Yang(楊金晶_PSZ)" userId="04050711-1c2b-4376-8c27-98d2e13849ce" providerId="ADAL" clId="{CF13A368-4EDE-4C54-A8E5-A890970F4A52}" dt="2023-06-14T01:50:14.278" v="731" actId="555"/>
          <ac:spMkLst>
            <pc:docMk/>
            <pc:sldMk cId="3136072887" sldId="616"/>
            <ac:spMk id="11" creationId="{F200FE9E-B975-DBD0-0857-7BB418213BBC}"/>
          </ac:spMkLst>
        </pc:spChg>
        <pc:spChg chg="mod">
          <ac:chgData name="Terence Yang(楊金晶_PSZ)" userId="04050711-1c2b-4376-8c27-98d2e13849ce" providerId="ADAL" clId="{CF13A368-4EDE-4C54-A8E5-A890970F4A52}" dt="2023-06-14T01:49:43.242" v="727" actId="255"/>
          <ac:spMkLst>
            <pc:docMk/>
            <pc:sldMk cId="3136072887" sldId="616"/>
            <ac:spMk id="12" creationId="{F536E375-A8E8-DFB0-C381-E4267B94C7E5}"/>
          </ac:spMkLst>
        </pc:spChg>
        <pc:spChg chg="mod">
          <ac:chgData name="Terence Yang(楊金晶_PSZ)" userId="04050711-1c2b-4376-8c27-98d2e13849ce" providerId="ADAL" clId="{CF13A368-4EDE-4C54-A8E5-A890970F4A52}" dt="2023-06-14T01:50:23.626" v="734" actId="1076"/>
          <ac:spMkLst>
            <pc:docMk/>
            <pc:sldMk cId="3136072887" sldId="616"/>
            <ac:spMk id="13" creationId="{97673DE2-D827-CA7D-50D1-37AE3433453E}"/>
          </ac:spMkLst>
        </pc:spChg>
        <pc:spChg chg="mod">
          <ac:chgData name="Terence Yang(楊金晶_PSZ)" userId="04050711-1c2b-4376-8c27-98d2e13849ce" providerId="ADAL" clId="{CF13A368-4EDE-4C54-A8E5-A890970F4A52}" dt="2023-06-14T01:50:30.357" v="736" actId="1035"/>
          <ac:spMkLst>
            <pc:docMk/>
            <pc:sldMk cId="3136072887" sldId="616"/>
            <ac:spMk id="16" creationId="{3DB9BB95-E74A-FF7C-2FBA-7EA06DF49F9B}"/>
          </ac:spMkLst>
        </pc:spChg>
        <pc:spChg chg="add del mod">
          <ac:chgData name="Terence Yang(楊金晶_PSZ)" userId="04050711-1c2b-4376-8c27-98d2e13849ce" providerId="ADAL" clId="{CF13A368-4EDE-4C54-A8E5-A890970F4A52}" dt="2023-06-14T01:50:02.109" v="728" actId="1076"/>
          <ac:spMkLst>
            <pc:docMk/>
            <pc:sldMk cId="3136072887" sldId="616"/>
            <ac:spMk id="20" creationId="{4B8D80BF-596F-9F6F-538E-2207450403A5}"/>
          </ac:spMkLst>
        </pc:spChg>
        <pc:spChg chg="mod">
          <ac:chgData name="Terence Yang(楊金晶_PSZ)" userId="04050711-1c2b-4376-8c27-98d2e13849ce" providerId="ADAL" clId="{CF13A368-4EDE-4C54-A8E5-A890970F4A52}" dt="2023-06-14T01:49:43.242" v="727" actId="255"/>
          <ac:spMkLst>
            <pc:docMk/>
            <pc:sldMk cId="3136072887" sldId="616"/>
            <ac:spMk id="22" creationId="{33D38B0E-1C5C-0EDE-8B1D-B31051CAFBAB}"/>
          </ac:spMkLst>
        </pc:spChg>
        <pc:spChg chg="mod">
          <ac:chgData name="Terence Yang(楊金晶_PSZ)" userId="04050711-1c2b-4376-8c27-98d2e13849ce" providerId="ADAL" clId="{CF13A368-4EDE-4C54-A8E5-A890970F4A52}" dt="2023-06-14T01:49:43.242" v="727" actId="255"/>
          <ac:spMkLst>
            <pc:docMk/>
            <pc:sldMk cId="3136072887" sldId="616"/>
            <ac:spMk id="23" creationId="{01F46D7D-761D-EFA3-165C-2E1DD824CE9B}"/>
          </ac:spMkLst>
        </pc:spChg>
        <pc:spChg chg="add mod">
          <ac:chgData name="Terence Yang(楊金晶_PSZ)" userId="04050711-1c2b-4376-8c27-98d2e13849ce" providerId="ADAL" clId="{CF13A368-4EDE-4C54-A8E5-A890970F4A52}" dt="2023-06-14T01:41:28.873" v="511" actId="1037"/>
          <ac:spMkLst>
            <pc:docMk/>
            <pc:sldMk cId="3136072887" sldId="616"/>
            <ac:spMk id="25" creationId="{042AAF1C-4B87-600F-61F0-563B76CF4AB7}"/>
          </ac:spMkLst>
        </pc:spChg>
        <pc:spChg chg="add mod">
          <ac:chgData name="Terence Yang(楊金晶_PSZ)" userId="04050711-1c2b-4376-8c27-98d2e13849ce" providerId="ADAL" clId="{CF13A368-4EDE-4C54-A8E5-A890970F4A52}" dt="2023-06-14T01:41:28.873" v="511" actId="1037"/>
          <ac:spMkLst>
            <pc:docMk/>
            <pc:sldMk cId="3136072887" sldId="616"/>
            <ac:spMk id="26" creationId="{CE7833B6-47EF-B0B9-2F17-922550402222}"/>
          </ac:spMkLst>
        </pc:spChg>
        <pc:spChg chg="add mod">
          <ac:chgData name="Terence Yang(楊金晶_PSZ)" userId="04050711-1c2b-4376-8c27-98d2e13849ce" providerId="ADAL" clId="{CF13A368-4EDE-4C54-A8E5-A890970F4A52}" dt="2023-06-14T01:41:28.873" v="511" actId="1037"/>
          <ac:spMkLst>
            <pc:docMk/>
            <pc:sldMk cId="3136072887" sldId="616"/>
            <ac:spMk id="27" creationId="{CB85B06F-1E2D-8834-5028-2ABCBE9723DA}"/>
          </ac:spMkLst>
        </pc:spChg>
        <pc:spChg chg="add mod">
          <ac:chgData name="Terence Yang(楊金晶_PSZ)" userId="04050711-1c2b-4376-8c27-98d2e13849ce" providerId="ADAL" clId="{CF13A368-4EDE-4C54-A8E5-A890970F4A52}" dt="2023-06-14T01:41:28.873" v="511" actId="1037"/>
          <ac:spMkLst>
            <pc:docMk/>
            <pc:sldMk cId="3136072887" sldId="616"/>
            <ac:spMk id="28" creationId="{21B9FBE1-A99F-22AC-9F8A-4CF78B22D549}"/>
          </ac:spMkLst>
        </pc:spChg>
        <pc:spChg chg="add mod">
          <ac:chgData name="Terence Yang(楊金晶_PSZ)" userId="04050711-1c2b-4376-8c27-98d2e13849ce" providerId="ADAL" clId="{CF13A368-4EDE-4C54-A8E5-A890970F4A52}" dt="2023-06-14T01:41:28.873" v="511" actId="1037"/>
          <ac:spMkLst>
            <pc:docMk/>
            <pc:sldMk cId="3136072887" sldId="616"/>
            <ac:spMk id="29" creationId="{91F3C1E5-3C19-35DB-1B1E-D77C89BEF8A6}"/>
          </ac:spMkLst>
        </pc:spChg>
        <pc:spChg chg="add mod">
          <ac:chgData name="Terence Yang(楊金晶_PSZ)" userId="04050711-1c2b-4376-8c27-98d2e13849ce" providerId="ADAL" clId="{CF13A368-4EDE-4C54-A8E5-A890970F4A52}" dt="2023-06-14T01:41:28.873" v="511" actId="1037"/>
          <ac:spMkLst>
            <pc:docMk/>
            <pc:sldMk cId="3136072887" sldId="616"/>
            <ac:spMk id="33" creationId="{849AADEA-1C1C-3387-EF62-FA430AC61C50}"/>
          </ac:spMkLst>
        </pc:spChg>
        <pc:spChg chg="add mod">
          <ac:chgData name="Terence Yang(楊金晶_PSZ)" userId="04050711-1c2b-4376-8c27-98d2e13849ce" providerId="ADAL" clId="{CF13A368-4EDE-4C54-A8E5-A890970F4A52}" dt="2023-06-14T01:50:37.913" v="737" actId="113"/>
          <ac:spMkLst>
            <pc:docMk/>
            <pc:sldMk cId="3136072887" sldId="616"/>
            <ac:spMk id="34" creationId="{70C12708-F8B7-66DC-8AE0-2FFEECD57ACE}"/>
          </ac:spMkLst>
        </pc:spChg>
        <pc:spChg chg="add mod">
          <ac:chgData name="Terence Yang(楊金晶_PSZ)" userId="04050711-1c2b-4376-8c27-98d2e13849ce" providerId="ADAL" clId="{CF13A368-4EDE-4C54-A8E5-A890970F4A52}" dt="2023-06-14T01:41:28.873" v="511" actId="1037"/>
          <ac:spMkLst>
            <pc:docMk/>
            <pc:sldMk cId="3136072887" sldId="616"/>
            <ac:spMk id="35" creationId="{1AD5D106-BEE8-0F75-638C-24C2A311B6D5}"/>
          </ac:spMkLst>
        </pc:spChg>
        <pc:spChg chg="add mod">
          <ac:chgData name="Terence Yang(楊金晶_PSZ)" userId="04050711-1c2b-4376-8c27-98d2e13849ce" providerId="ADAL" clId="{CF13A368-4EDE-4C54-A8E5-A890970F4A52}" dt="2023-06-14T01:41:28.873" v="511" actId="1037"/>
          <ac:spMkLst>
            <pc:docMk/>
            <pc:sldMk cId="3136072887" sldId="616"/>
            <ac:spMk id="36" creationId="{14303298-DFF9-2D34-2259-7DACFACF63F8}"/>
          </ac:spMkLst>
        </pc:spChg>
        <pc:spChg chg="add mod">
          <ac:chgData name="Terence Yang(楊金晶_PSZ)" userId="04050711-1c2b-4376-8c27-98d2e13849ce" providerId="ADAL" clId="{CF13A368-4EDE-4C54-A8E5-A890970F4A52}" dt="2023-06-14T01:43:45.251" v="631" actId="1038"/>
          <ac:spMkLst>
            <pc:docMk/>
            <pc:sldMk cId="3136072887" sldId="616"/>
            <ac:spMk id="53" creationId="{DA508AB9-3C5E-CCD7-0498-1E1D2B9B1432}"/>
          </ac:spMkLst>
        </pc:spChg>
        <pc:spChg chg="add del mod">
          <ac:chgData name="Terence Yang(楊金晶_PSZ)" userId="04050711-1c2b-4376-8c27-98d2e13849ce" providerId="ADAL" clId="{CF13A368-4EDE-4C54-A8E5-A890970F4A52}" dt="2023-06-14T01:51:58.068" v="772" actId="478"/>
          <ac:spMkLst>
            <pc:docMk/>
            <pc:sldMk cId="3136072887" sldId="616"/>
            <ac:spMk id="56" creationId="{7AB44611-20DE-A2F8-1BE3-8CF36B399E27}"/>
          </ac:spMkLst>
        </pc:spChg>
        <pc:spChg chg="add mod">
          <ac:chgData name="Terence Yang(楊金晶_PSZ)" userId="04050711-1c2b-4376-8c27-98d2e13849ce" providerId="ADAL" clId="{CF13A368-4EDE-4C54-A8E5-A890970F4A52}" dt="2023-06-14T01:51:58.400" v="773"/>
          <ac:spMkLst>
            <pc:docMk/>
            <pc:sldMk cId="3136072887" sldId="616"/>
            <ac:spMk id="57" creationId="{8AED4D26-C2F2-D258-CAB9-6579A85D63E7}"/>
          </ac:spMkLst>
        </pc:spChg>
        <pc:grpChg chg="add mod">
          <ac:chgData name="Terence Yang(楊金晶_PSZ)" userId="04050711-1c2b-4376-8c27-98d2e13849ce" providerId="ADAL" clId="{CF13A368-4EDE-4C54-A8E5-A890970F4A52}" dt="2023-06-14T01:41:28.873" v="511" actId="1037"/>
          <ac:grpSpMkLst>
            <pc:docMk/>
            <pc:sldMk cId="3136072887" sldId="616"/>
            <ac:grpSpMk id="7" creationId="{BACCB4F3-7161-A30B-6294-3CD2C414348A}"/>
          </ac:grpSpMkLst>
        </pc:grpChg>
        <pc:grpChg chg="add mod">
          <ac:chgData name="Terence Yang(楊金晶_PSZ)" userId="04050711-1c2b-4376-8c27-98d2e13849ce" providerId="ADAL" clId="{CF13A368-4EDE-4C54-A8E5-A890970F4A52}" dt="2023-06-14T01:41:28.873" v="511" actId="1037"/>
          <ac:grpSpMkLst>
            <pc:docMk/>
            <pc:sldMk cId="3136072887" sldId="616"/>
            <ac:grpSpMk id="14" creationId="{EB497C03-531D-30BB-2EED-41F329A5EABB}"/>
          </ac:grpSpMkLst>
        </pc:grpChg>
        <pc:grpChg chg="add mod">
          <ac:chgData name="Terence Yang(楊金晶_PSZ)" userId="04050711-1c2b-4376-8c27-98d2e13849ce" providerId="ADAL" clId="{CF13A368-4EDE-4C54-A8E5-A890970F4A52}" dt="2023-06-14T02:06:43.774" v="804"/>
          <ac:grpSpMkLst>
            <pc:docMk/>
            <pc:sldMk cId="3136072887" sldId="616"/>
            <ac:grpSpMk id="18" creationId="{C986B3F7-AD42-B7B8-213C-E9FB0009FE28}"/>
          </ac:grpSpMkLst>
        </pc:grpChg>
        <pc:picChg chg="add mod">
          <ac:chgData name="Terence Yang(楊金晶_PSZ)" userId="04050711-1c2b-4376-8c27-98d2e13849ce" providerId="ADAL" clId="{CF13A368-4EDE-4C54-A8E5-A890970F4A52}" dt="2023-06-14T01:41:28.873" v="511" actId="1037"/>
          <ac:picMkLst>
            <pc:docMk/>
            <pc:sldMk cId="3136072887" sldId="616"/>
            <ac:picMk id="6" creationId="{88041633-BB64-50AD-6718-5E992523FF1B}"/>
          </ac:picMkLst>
        </pc:picChg>
        <pc:picChg chg="mod">
          <ac:chgData name="Terence Yang(楊金晶_PSZ)" userId="04050711-1c2b-4376-8c27-98d2e13849ce" providerId="ADAL" clId="{CF13A368-4EDE-4C54-A8E5-A890970F4A52}" dt="2023-06-14T02:06:37.685" v="803"/>
          <ac:picMkLst>
            <pc:docMk/>
            <pc:sldMk cId="3136072887" sldId="616"/>
            <ac:picMk id="8" creationId="{FFD2DB8F-77E4-5232-04EF-0AFAD1FF756F}"/>
          </ac:picMkLst>
        </pc:picChg>
        <pc:picChg chg="mod">
          <ac:chgData name="Terence Yang(楊金晶_PSZ)" userId="04050711-1c2b-4376-8c27-98d2e13849ce" providerId="ADAL" clId="{CF13A368-4EDE-4C54-A8E5-A890970F4A52}" dt="2023-06-14T02:06:58.990" v="805"/>
          <ac:picMkLst>
            <pc:docMk/>
            <pc:sldMk cId="3136072887" sldId="616"/>
            <ac:picMk id="15" creationId="{2382339F-80C8-DEB2-8463-A27F7445A210}"/>
          </ac:picMkLst>
        </pc:picChg>
        <pc:picChg chg="mod modCrop">
          <ac:chgData name="Terence Yang(楊金晶_PSZ)" userId="04050711-1c2b-4376-8c27-98d2e13849ce" providerId="ADAL" clId="{CF13A368-4EDE-4C54-A8E5-A890970F4A52}" dt="2023-06-14T01:41:51.719" v="515" actId="14100"/>
          <ac:picMkLst>
            <pc:docMk/>
            <pc:sldMk cId="3136072887" sldId="616"/>
            <ac:picMk id="19" creationId="{7FD3F1E3-7553-6AB6-F760-C3580531B63F}"/>
          </ac:picMkLst>
        </pc:picChg>
        <pc:picChg chg="add mod">
          <ac:chgData name="Terence Yang(楊金晶_PSZ)" userId="04050711-1c2b-4376-8c27-98d2e13849ce" providerId="ADAL" clId="{CF13A368-4EDE-4C54-A8E5-A890970F4A52}" dt="2023-06-14T01:41:28.873" v="511" actId="1037"/>
          <ac:picMkLst>
            <pc:docMk/>
            <pc:sldMk cId="3136072887" sldId="616"/>
            <ac:picMk id="24" creationId="{4E94DEDA-D17F-5BA4-9A24-C48766C44716}"/>
          </ac:picMkLst>
        </pc:picChg>
        <pc:cxnChg chg="mod">
          <ac:chgData name="Terence Yang(楊金晶_PSZ)" userId="04050711-1c2b-4376-8c27-98d2e13849ce" providerId="ADAL" clId="{CF13A368-4EDE-4C54-A8E5-A890970F4A52}" dt="2023-06-14T01:49:31.282" v="725" actId="14100"/>
          <ac:cxnSpMkLst>
            <pc:docMk/>
            <pc:sldMk cId="3136072887" sldId="616"/>
            <ac:cxnSpMk id="10" creationId="{05ECCDCF-5919-C0C8-E179-1E001AF74C58}"/>
          </ac:cxnSpMkLst>
        </pc:cxnChg>
        <pc:cxnChg chg="mod">
          <ac:chgData name="Terence Yang(楊金晶_PSZ)" userId="04050711-1c2b-4376-8c27-98d2e13849ce" providerId="ADAL" clId="{CF13A368-4EDE-4C54-A8E5-A890970F4A52}" dt="2023-06-14T01:41:28.873" v="511" actId="1037"/>
          <ac:cxnSpMkLst>
            <pc:docMk/>
            <pc:sldMk cId="3136072887" sldId="616"/>
            <ac:cxnSpMk id="17" creationId="{51ECFAE3-77FE-2D6B-C644-F11586EF1490}"/>
          </ac:cxnSpMkLst>
        </pc:cxnChg>
        <pc:cxnChg chg="mod">
          <ac:chgData name="Terence Yang(楊金晶_PSZ)" userId="04050711-1c2b-4376-8c27-98d2e13849ce" providerId="ADAL" clId="{CF13A368-4EDE-4C54-A8E5-A890970F4A52}" dt="2023-06-14T01:42:46.883" v="531" actId="688"/>
          <ac:cxnSpMkLst>
            <pc:docMk/>
            <pc:sldMk cId="3136072887" sldId="616"/>
            <ac:cxnSpMk id="21" creationId="{3C1320D1-5BF3-30B2-5187-F75387A68D44}"/>
          </ac:cxnSpMkLst>
        </pc:cxnChg>
        <pc:cxnChg chg="add mod">
          <ac:chgData name="Terence Yang(楊金晶_PSZ)" userId="04050711-1c2b-4376-8c27-98d2e13849ce" providerId="ADAL" clId="{CF13A368-4EDE-4C54-A8E5-A890970F4A52}" dt="2023-06-14T01:41:28.873" v="511" actId="1037"/>
          <ac:cxnSpMkLst>
            <pc:docMk/>
            <pc:sldMk cId="3136072887" sldId="616"/>
            <ac:cxnSpMk id="30" creationId="{5A23B09A-8AC0-9486-AD48-DC49C62CFB95}"/>
          </ac:cxnSpMkLst>
        </pc:cxnChg>
        <pc:cxnChg chg="add mod">
          <ac:chgData name="Terence Yang(楊金晶_PSZ)" userId="04050711-1c2b-4376-8c27-98d2e13849ce" providerId="ADAL" clId="{CF13A368-4EDE-4C54-A8E5-A890970F4A52}" dt="2023-06-14T01:41:28.873" v="511" actId="1037"/>
          <ac:cxnSpMkLst>
            <pc:docMk/>
            <pc:sldMk cId="3136072887" sldId="616"/>
            <ac:cxnSpMk id="31" creationId="{E36F3FEC-9CD4-4C33-48FC-7DC825A09230}"/>
          </ac:cxnSpMkLst>
        </pc:cxnChg>
        <pc:cxnChg chg="add mod">
          <ac:chgData name="Terence Yang(楊金晶_PSZ)" userId="04050711-1c2b-4376-8c27-98d2e13849ce" providerId="ADAL" clId="{CF13A368-4EDE-4C54-A8E5-A890970F4A52}" dt="2023-06-14T01:41:51.719" v="515" actId="14100"/>
          <ac:cxnSpMkLst>
            <pc:docMk/>
            <pc:sldMk cId="3136072887" sldId="616"/>
            <ac:cxnSpMk id="32" creationId="{FDB392F0-AF08-C958-7867-5554A173D376}"/>
          </ac:cxnSpMkLst>
        </pc:cxnChg>
      </pc:sldChg>
      <pc:sldChg chg="addSp delSp modSp new mod">
        <pc:chgData name="Terence Yang(楊金晶_PSZ)" userId="04050711-1c2b-4376-8c27-98d2e13849ce" providerId="ADAL" clId="{CF13A368-4EDE-4C54-A8E5-A890970F4A52}" dt="2023-06-14T02:07:14.097" v="808"/>
        <pc:sldMkLst>
          <pc:docMk/>
          <pc:sldMk cId="1008252570" sldId="617"/>
        </pc:sldMkLst>
        <pc:spChg chg="del">
          <ac:chgData name="Terence Yang(楊金晶_PSZ)" userId="04050711-1c2b-4376-8c27-98d2e13849ce" providerId="ADAL" clId="{CF13A368-4EDE-4C54-A8E5-A890970F4A52}" dt="2023-06-14T01:45:04.328" v="673" actId="478"/>
          <ac:spMkLst>
            <pc:docMk/>
            <pc:sldMk cId="1008252570" sldId="617"/>
            <ac:spMk id="2" creationId="{59A1FFEC-DDD0-2ADC-64B2-FB01B8B00079}"/>
          </ac:spMkLst>
        </pc:spChg>
        <pc:spChg chg="del">
          <ac:chgData name="Terence Yang(楊金晶_PSZ)" userId="04050711-1c2b-4376-8c27-98d2e13849ce" providerId="ADAL" clId="{CF13A368-4EDE-4C54-A8E5-A890970F4A52}" dt="2023-06-14T01:45:02.924" v="672" actId="478"/>
          <ac:spMkLst>
            <pc:docMk/>
            <pc:sldMk cId="1008252570" sldId="617"/>
            <ac:spMk id="3" creationId="{07A49654-B571-EFF6-0756-A4273EB30D0B}"/>
          </ac:spMkLst>
        </pc:spChg>
        <pc:spChg chg="add mod">
          <ac:chgData name="Terence Yang(楊金晶_PSZ)" userId="04050711-1c2b-4376-8c27-98d2e13849ce" providerId="ADAL" clId="{CF13A368-4EDE-4C54-A8E5-A890970F4A52}" dt="2023-06-14T01:51:54.803" v="771" actId="1076"/>
          <ac:spMkLst>
            <pc:docMk/>
            <pc:sldMk cId="1008252570" sldId="617"/>
            <ac:spMk id="4" creationId="{AFB38775-55DB-20B9-BBF4-CA19E44E8A01}"/>
          </ac:spMkLst>
        </pc:spChg>
        <pc:spChg chg="mod">
          <ac:chgData name="Terence Yang(楊金晶_PSZ)" userId="04050711-1c2b-4376-8c27-98d2e13849ce" providerId="ADAL" clId="{CF13A368-4EDE-4C54-A8E5-A890970F4A52}" dt="2023-06-14T01:45:30.389" v="675"/>
          <ac:spMkLst>
            <pc:docMk/>
            <pc:sldMk cId="1008252570" sldId="617"/>
            <ac:spMk id="8" creationId="{1572B726-C467-0E87-9E00-B2A5B1F91ECF}"/>
          </ac:spMkLst>
        </pc:spChg>
        <pc:spChg chg="mod">
          <ac:chgData name="Terence Yang(楊金晶_PSZ)" userId="04050711-1c2b-4376-8c27-98d2e13849ce" providerId="ADAL" clId="{CF13A368-4EDE-4C54-A8E5-A890970F4A52}" dt="2023-06-14T01:45:30.389" v="675"/>
          <ac:spMkLst>
            <pc:docMk/>
            <pc:sldMk cId="1008252570" sldId="617"/>
            <ac:spMk id="10" creationId="{10275948-22F9-4AC9-504B-F3BA06A93B6D}"/>
          </ac:spMkLst>
        </pc:spChg>
        <pc:spChg chg="mod">
          <ac:chgData name="Terence Yang(楊金晶_PSZ)" userId="04050711-1c2b-4376-8c27-98d2e13849ce" providerId="ADAL" clId="{CF13A368-4EDE-4C54-A8E5-A890970F4A52}" dt="2023-06-14T01:45:30.389" v="675"/>
          <ac:spMkLst>
            <pc:docMk/>
            <pc:sldMk cId="1008252570" sldId="617"/>
            <ac:spMk id="11" creationId="{F3388C50-9356-B5B9-DE39-CA8911EDF462}"/>
          </ac:spMkLst>
        </pc:spChg>
        <pc:spChg chg="mod">
          <ac:chgData name="Terence Yang(楊金晶_PSZ)" userId="04050711-1c2b-4376-8c27-98d2e13849ce" providerId="ADAL" clId="{CF13A368-4EDE-4C54-A8E5-A890970F4A52}" dt="2023-06-14T01:45:30.389" v="675"/>
          <ac:spMkLst>
            <pc:docMk/>
            <pc:sldMk cId="1008252570" sldId="617"/>
            <ac:spMk id="12" creationId="{119F2768-4ABF-EE6D-2CEA-68B164CC4195}"/>
          </ac:spMkLst>
        </pc:spChg>
        <pc:spChg chg="mod">
          <ac:chgData name="Terence Yang(楊金晶_PSZ)" userId="04050711-1c2b-4376-8c27-98d2e13849ce" providerId="ADAL" clId="{CF13A368-4EDE-4C54-A8E5-A890970F4A52}" dt="2023-06-14T01:45:30.389" v="675"/>
          <ac:spMkLst>
            <pc:docMk/>
            <pc:sldMk cId="1008252570" sldId="617"/>
            <ac:spMk id="15" creationId="{52C15BA6-D564-D342-6F86-BB9686346DA4}"/>
          </ac:spMkLst>
        </pc:spChg>
        <pc:spChg chg="mod">
          <ac:chgData name="Terence Yang(楊金晶_PSZ)" userId="04050711-1c2b-4376-8c27-98d2e13849ce" providerId="ADAL" clId="{CF13A368-4EDE-4C54-A8E5-A890970F4A52}" dt="2023-06-14T01:45:30.389" v="675"/>
          <ac:spMkLst>
            <pc:docMk/>
            <pc:sldMk cId="1008252570" sldId="617"/>
            <ac:spMk id="19" creationId="{BC1F990C-92A7-020D-F121-68CE7F44D57E}"/>
          </ac:spMkLst>
        </pc:spChg>
        <pc:spChg chg="mod">
          <ac:chgData name="Terence Yang(楊金晶_PSZ)" userId="04050711-1c2b-4376-8c27-98d2e13849ce" providerId="ADAL" clId="{CF13A368-4EDE-4C54-A8E5-A890970F4A52}" dt="2023-06-14T01:45:30.389" v="675"/>
          <ac:spMkLst>
            <pc:docMk/>
            <pc:sldMk cId="1008252570" sldId="617"/>
            <ac:spMk id="21" creationId="{935B7878-23F0-F1A1-9053-DBCDD608BF82}"/>
          </ac:spMkLst>
        </pc:spChg>
        <pc:spChg chg="mod">
          <ac:chgData name="Terence Yang(楊金晶_PSZ)" userId="04050711-1c2b-4376-8c27-98d2e13849ce" providerId="ADAL" clId="{CF13A368-4EDE-4C54-A8E5-A890970F4A52}" dt="2023-06-14T01:45:30.389" v="675"/>
          <ac:spMkLst>
            <pc:docMk/>
            <pc:sldMk cId="1008252570" sldId="617"/>
            <ac:spMk id="22" creationId="{F0C6B0F3-D77A-9E1F-F5A1-F58F85EC6355}"/>
          </ac:spMkLst>
        </pc:spChg>
        <pc:spChg chg="add del mod">
          <ac:chgData name="Terence Yang(楊金晶_PSZ)" userId="04050711-1c2b-4376-8c27-98d2e13849ce" providerId="ADAL" clId="{CF13A368-4EDE-4C54-A8E5-A890970F4A52}" dt="2023-06-14T01:48:42.239" v="716" actId="478"/>
          <ac:spMkLst>
            <pc:docMk/>
            <pc:sldMk cId="1008252570" sldId="617"/>
            <ac:spMk id="24" creationId="{6EF34351-76AB-BE98-BB10-3BE4AC6B3462}"/>
          </ac:spMkLst>
        </pc:spChg>
        <pc:spChg chg="add del mod">
          <ac:chgData name="Terence Yang(楊金晶_PSZ)" userId="04050711-1c2b-4376-8c27-98d2e13849ce" providerId="ADAL" clId="{CF13A368-4EDE-4C54-A8E5-A890970F4A52}" dt="2023-06-14T01:48:42.239" v="716" actId="478"/>
          <ac:spMkLst>
            <pc:docMk/>
            <pc:sldMk cId="1008252570" sldId="617"/>
            <ac:spMk id="25" creationId="{9607EB52-C500-ECEE-BD7E-A6F46C22DAD3}"/>
          </ac:spMkLst>
        </pc:spChg>
        <pc:spChg chg="add del mod">
          <ac:chgData name="Terence Yang(楊金晶_PSZ)" userId="04050711-1c2b-4376-8c27-98d2e13849ce" providerId="ADAL" clId="{CF13A368-4EDE-4C54-A8E5-A890970F4A52}" dt="2023-06-14T01:48:42.239" v="716" actId="478"/>
          <ac:spMkLst>
            <pc:docMk/>
            <pc:sldMk cId="1008252570" sldId="617"/>
            <ac:spMk id="26" creationId="{52F10352-948A-36E4-AAA3-52BDEC65C7D5}"/>
          </ac:spMkLst>
        </pc:spChg>
        <pc:spChg chg="add del mod">
          <ac:chgData name="Terence Yang(楊金晶_PSZ)" userId="04050711-1c2b-4376-8c27-98d2e13849ce" providerId="ADAL" clId="{CF13A368-4EDE-4C54-A8E5-A890970F4A52}" dt="2023-06-14T01:48:42.239" v="716" actId="478"/>
          <ac:spMkLst>
            <pc:docMk/>
            <pc:sldMk cId="1008252570" sldId="617"/>
            <ac:spMk id="27" creationId="{BFC9BC7E-3F57-2B65-CC5E-CAD7335F1A93}"/>
          </ac:spMkLst>
        </pc:spChg>
        <pc:spChg chg="add del mod">
          <ac:chgData name="Terence Yang(楊金晶_PSZ)" userId="04050711-1c2b-4376-8c27-98d2e13849ce" providerId="ADAL" clId="{CF13A368-4EDE-4C54-A8E5-A890970F4A52}" dt="2023-06-14T01:50:57.687" v="738" actId="478"/>
          <ac:spMkLst>
            <pc:docMk/>
            <pc:sldMk cId="1008252570" sldId="617"/>
            <ac:spMk id="28" creationId="{402FD045-2345-16FA-A7F3-EC1429BACF3D}"/>
          </ac:spMkLst>
        </pc:spChg>
        <pc:spChg chg="add del mod">
          <ac:chgData name="Terence Yang(楊金晶_PSZ)" userId="04050711-1c2b-4376-8c27-98d2e13849ce" providerId="ADAL" clId="{CF13A368-4EDE-4C54-A8E5-A890970F4A52}" dt="2023-06-14T01:48:42.239" v="716" actId="478"/>
          <ac:spMkLst>
            <pc:docMk/>
            <pc:sldMk cId="1008252570" sldId="617"/>
            <ac:spMk id="32" creationId="{35E936F9-1EC2-205D-EA90-76D7FF315966}"/>
          </ac:spMkLst>
        </pc:spChg>
        <pc:spChg chg="add del mod">
          <ac:chgData name="Terence Yang(楊金晶_PSZ)" userId="04050711-1c2b-4376-8c27-98d2e13849ce" providerId="ADAL" clId="{CF13A368-4EDE-4C54-A8E5-A890970F4A52}" dt="2023-06-14T01:48:42.239" v="716" actId="478"/>
          <ac:spMkLst>
            <pc:docMk/>
            <pc:sldMk cId="1008252570" sldId="617"/>
            <ac:spMk id="33" creationId="{AAEDFAA2-9BC5-BF0F-4A28-877C9B163F44}"/>
          </ac:spMkLst>
        </pc:spChg>
        <pc:spChg chg="add del mod">
          <ac:chgData name="Terence Yang(楊金晶_PSZ)" userId="04050711-1c2b-4376-8c27-98d2e13849ce" providerId="ADAL" clId="{CF13A368-4EDE-4C54-A8E5-A890970F4A52}" dt="2023-06-14T01:48:42.239" v="716" actId="478"/>
          <ac:spMkLst>
            <pc:docMk/>
            <pc:sldMk cId="1008252570" sldId="617"/>
            <ac:spMk id="34" creationId="{E0BAE5C1-FA8F-C57D-F080-8AC3AD80C168}"/>
          </ac:spMkLst>
        </pc:spChg>
        <pc:spChg chg="add del mod">
          <ac:chgData name="Terence Yang(楊金晶_PSZ)" userId="04050711-1c2b-4376-8c27-98d2e13849ce" providerId="ADAL" clId="{CF13A368-4EDE-4C54-A8E5-A890970F4A52}" dt="2023-06-14T01:48:42.239" v="716" actId="478"/>
          <ac:spMkLst>
            <pc:docMk/>
            <pc:sldMk cId="1008252570" sldId="617"/>
            <ac:spMk id="35" creationId="{8DFCC625-0D08-0CED-D850-13DBF78F49FA}"/>
          </ac:spMkLst>
        </pc:spChg>
        <pc:spChg chg="add del mod">
          <ac:chgData name="Terence Yang(楊金晶_PSZ)" userId="04050711-1c2b-4376-8c27-98d2e13849ce" providerId="ADAL" clId="{CF13A368-4EDE-4C54-A8E5-A890970F4A52}" dt="2023-06-14T01:50:57.687" v="738" actId="478"/>
          <ac:spMkLst>
            <pc:docMk/>
            <pc:sldMk cId="1008252570" sldId="617"/>
            <ac:spMk id="36" creationId="{2BE7E616-831D-5516-5C85-A352DB506684}"/>
          </ac:spMkLst>
        </pc:spChg>
        <pc:spChg chg="add mod">
          <ac:chgData name="Terence Yang(楊金晶_PSZ)" userId="04050711-1c2b-4376-8c27-98d2e13849ce" providerId="ADAL" clId="{CF13A368-4EDE-4C54-A8E5-A890970F4A52}" dt="2023-06-14T01:48:35.891" v="713" actId="1076"/>
          <ac:spMkLst>
            <pc:docMk/>
            <pc:sldMk cId="1008252570" sldId="617"/>
            <ac:spMk id="39" creationId="{FC3FB368-8D1D-4CFE-8D9E-55690012FC57}"/>
          </ac:spMkLst>
        </pc:spChg>
        <pc:spChg chg="add mod">
          <ac:chgData name="Terence Yang(楊金晶_PSZ)" userId="04050711-1c2b-4376-8c27-98d2e13849ce" providerId="ADAL" clId="{CF13A368-4EDE-4C54-A8E5-A890970F4A52}" dt="2023-06-14T01:48:35.891" v="713" actId="1076"/>
          <ac:spMkLst>
            <pc:docMk/>
            <pc:sldMk cId="1008252570" sldId="617"/>
            <ac:spMk id="41" creationId="{2B6CAE8C-5EA4-ABB5-F164-2D375C7F43C3}"/>
          </ac:spMkLst>
        </pc:spChg>
        <pc:spChg chg="add mod">
          <ac:chgData name="Terence Yang(楊金晶_PSZ)" userId="04050711-1c2b-4376-8c27-98d2e13849ce" providerId="ADAL" clId="{CF13A368-4EDE-4C54-A8E5-A890970F4A52}" dt="2023-06-14T01:48:35.891" v="713" actId="1076"/>
          <ac:spMkLst>
            <pc:docMk/>
            <pc:sldMk cId="1008252570" sldId="617"/>
            <ac:spMk id="42" creationId="{82DD61C9-C8C1-54A7-5D24-C99E3E826095}"/>
          </ac:spMkLst>
        </pc:spChg>
        <pc:spChg chg="add mod">
          <ac:chgData name="Terence Yang(楊金晶_PSZ)" userId="04050711-1c2b-4376-8c27-98d2e13849ce" providerId="ADAL" clId="{CF13A368-4EDE-4C54-A8E5-A890970F4A52}" dt="2023-06-14T01:48:35.891" v="713" actId="1076"/>
          <ac:spMkLst>
            <pc:docMk/>
            <pc:sldMk cId="1008252570" sldId="617"/>
            <ac:spMk id="43" creationId="{733C95D6-B442-E531-CD9B-6AD0413455D6}"/>
          </ac:spMkLst>
        </pc:spChg>
        <pc:spChg chg="add mod">
          <ac:chgData name="Terence Yang(楊金晶_PSZ)" userId="04050711-1c2b-4376-8c27-98d2e13849ce" providerId="ADAL" clId="{CF13A368-4EDE-4C54-A8E5-A890970F4A52}" dt="2023-06-14T01:48:35.891" v="713" actId="1076"/>
          <ac:spMkLst>
            <pc:docMk/>
            <pc:sldMk cId="1008252570" sldId="617"/>
            <ac:spMk id="44" creationId="{97D1EE3F-1EFE-E817-84B7-1DA6964B97B2}"/>
          </ac:spMkLst>
        </pc:spChg>
        <pc:spChg chg="mod">
          <ac:chgData name="Terence Yang(楊金晶_PSZ)" userId="04050711-1c2b-4376-8c27-98d2e13849ce" providerId="ADAL" clId="{CF13A368-4EDE-4C54-A8E5-A890970F4A52}" dt="2023-06-14T01:49:05.499" v="721"/>
          <ac:spMkLst>
            <pc:docMk/>
            <pc:sldMk cId="1008252570" sldId="617"/>
            <ac:spMk id="49" creationId="{98FE4EC6-48D0-DE27-DB1A-29CF8A665C4E}"/>
          </ac:spMkLst>
        </pc:spChg>
        <pc:spChg chg="mod">
          <ac:chgData name="Terence Yang(楊金晶_PSZ)" userId="04050711-1c2b-4376-8c27-98d2e13849ce" providerId="ADAL" clId="{CF13A368-4EDE-4C54-A8E5-A890970F4A52}" dt="2023-06-14T01:49:05.499" v="721"/>
          <ac:spMkLst>
            <pc:docMk/>
            <pc:sldMk cId="1008252570" sldId="617"/>
            <ac:spMk id="50" creationId="{1E53E0A4-8C32-0387-BEB0-8A47DBCAD6D5}"/>
          </ac:spMkLst>
        </pc:spChg>
        <pc:spChg chg="mod">
          <ac:chgData name="Terence Yang(楊金晶_PSZ)" userId="04050711-1c2b-4376-8c27-98d2e13849ce" providerId="ADAL" clId="{CF13A368-4EDE-4C54-A8E5-A890970F4A52}" dt="2023-06-14T01:49:05.499" v="721"/>
          <ac:spMkLst>
            <pc:docMk/>
            <pc:sldMk cId="1008252570" sldId="617"/>
            <ac:spMk id="51" creationId="{788AAF5C-E6EB-B9D9-26AD-3BA8A85A9A5C}"/>
          </ac:spMkLst>
        </pc:spChg>
        <pc:spChg chg="mod">
          <ac:chgData name="Terence Yang(楊金晶_PSZ)" userId="04050711-1c2b-4376-8c27-98d2e13849ce" providerId="ADAL" clId="{CF13A368-4EDE-4C54-A8E5-A890970F4A52}" dt="2023-06-14T01:49:05.499" v="721"/>
          <ac:spMkLst>
            <pc:docMk/>
            <pc:sldMk cId="1008252570" sldId="617"/>
            <ac:spMk id="52" creationId="{C1E92BEE-B404-BB01-36FC-76A75CD0A30B}"/>
          </ac:spMkLst>
        </pc:spChg>
        <pc:spChg chg="mod">
          <ac:chgData name="Terence Yang(楊金晶_PSZ)" userId="04050711-1c2b-4376-8c27-98d2e13849ce" providerId="ADAL" clId="{CF13A368-4EDE-4C54-A8E5-A890970F4A52}" dt="2023-06-14T01:50:58.474" v="739"/>
          <ac:spMkLst>
            <pc:docMk/>
            <pc:sldMk cId="1008252570" sldId="617"/>
            <ac:spMk id="55" creationId="{D3BFE0B3-7FD3-5EF7-06A0-F8490A1AD312}"/>
          </ac:spMkLst>
        </pc:spChg>
        <pc:spChg chg="mod">
          <ac:chgData name="Terence Yang(楊金晶_PSZ)" userId="04050711-1c2b-4376-8c27-98d2e13849ce" providerId="ADAL" clId="{CF13A368-4EDE-4C54-A8E5-A890970F4A52}" dt="2023-06-14T01:50:58.474" v="739"/>
          <ac:spMkLst>
            <pc:docMk/>
            <pc:sldMk cId="1008252570" sldId="617"/>
            <ac:spMk id="57" creationId="{66F7B80A-DCCB-6973-2A16-ADB69104C3AC}"/>
          </ac:spMkLst>
        </pc:spChg>
        <pc:spChg chg="mod">
          <ac:chgData name="Terence Yang(楊金晶_PSZ)" userId="04050711-1c2b-4376-8c27-98d2e13849ce" providerId="ADAL" clId="{CF13A368-4EDE-4C54-A8E5-A890970F4A52}" dt="2023-06-14T01:50:58.474" v="739"/>
          <ac:spMkLst>
            <pc:docMk/>
            <pc:sldMk cId="1008252570" sldId="617"/>
            <ac:spMk id="58" creationId="{3AF59A98-332A-EE82-398F-587BE6E7ED70}"/>
          </ac:spMkLst>
        </pc:spChg>
        <pc:spChg chg="mod">
          <ac:chgData name="Terence Yang(楊金晶_PSZ)" userId="04050711-1c2b-4376-8c27-98d2e13849ce" providerId="ADAL" clId="{CF13A368-4EDE-4C54-A8E5-A890970F4A52}" dt="2023-06-14T01:50:58.474" v="739"/>
          <ac:spMkLst>
            <pc:docMk/>
            <pc:sldMk cId="1008252570" sldId="617"/>
            <ac:spMk id="59" creationId="{8C1C4B9C-2778-1980-B1F8-29195EEEF164}"/>
          </ac:spMkLst>
        </pc:spChg>
        <pc:spChg chg="mod">
          <ac:chgData name="Terence Yang(楊金晶_PSZ)" userId="04050711-1c2b-4376-8c27-98d2e13849ce" providerId="ADAL" clId="{CF13A368-4EDE-4C54-A8E5-A890970F4A52}" dt="2023-06-14T01:50:58.474" v="739"/>
          <ac:spMkLst>
            <pc:docMk/>
            <pc:sldMk cId="1008252570" sldId="617"/>
            <ac:spMk id="62" creationId="{10A6355D-9D84-DFD7-C06D-E4E609FB83F8}"/>
          </ac:spMkLst>
        </pc:spChg>
        <pc:spChg chg="mod">
          <ac:chgData name="Terence Yang(楊金晶_PSZ)" userId="04050711-1c2b-4376-8c27-98d2e13849ce" providerId="ADAL" clId="{CF13A368-4EDE-4C54-A8E5-A890970F4A52}" dt="2023-06-14T01:50:58.474" v="739"/>
          <ac:spMkLst>
            <pc:docMk/>
            <pc:sldMk cId="1008252570" sldId="617"/>
            <ac:spMk id="66" creationId="{10AF7BDF-DA91-08AE-CDC3-E20507C4EE11}"/>
          </ac:spMkLst>
        </pc:spChg>
        <pc:spChg chg="mod">
          <ac:chgData name="Terence Yang(楊金晶_PSZ)" userId="04050711-1c2b-4376-8c27-98d2e13849ce" providerId="ADAL" clId="{CF13A368-4EDE-4C54-A8E5-A890970F4A52}" dt="2023-06-14T01:50:58.474" v="739"/>
          <ac:spMkLst>
            <pc:docMk/>
            <pc:sldMk cId="1008252570" sldId="617"/>
            <ac:spMk id="68" creationId="{E322873B-0C6E-C5AA-EDFF-357E22B5A165}"/>
          </ac:spMkLst>
        </pc:spChg>
        <pc:spChg chg="mod">
          <ac:chgData name="Terence Yang(楊金晶_PSZ)" userId="04050711-1c2b-4376-8c27-98d2e13849ce" providerId="ADAL" clId="{CF13A368-4EDE-4C54-A8E5-A890970F4A52}" dt="2023-06-14T01:50:58.474" v="739"/>
          <ac:spMkLst>
            <pc:docMk/>
            <pc:sldMk cId="1008252570" sldId="617"/>
            <ac:spMk id="69" creationId="{9B804D42-162E-A4F8-3E9C-D5B1CE169316}"/>
          </ac:spMkLst>
        </pc:spChg>
        <pc:grpChg chg="add del mod">
          <ac:chgData name="Terence Yang(楊金晶_PSZ)" userId="04050711-1c2b-4376-8c27-98d2e13849ce" providerId="ADAL" clId="{CF13A368-4EDE-4C54-A8E5-A890970F4A52}" dt="2023-06-14T01:50:57.687" v="738" actId="478"/>
          <ac:grpSpMkLst>
            <pc:docMk/>
            <pc:sldMk cId="1008252570" sldId="617"/>
            <ac:grpSpMk id="6" creationId="{DE6358A8-53AB-AF58-38FC-7DF119D7830F}"/>
          </ac:grpSpMkLst>
        </pc:grpChg>
        <pc:grpChg chg="add del mod">
          <ac:chgData name="Terence Yang(楊金晶_PSZ)" userId="04050711-1c2b-4376-8c27-98d2e13849ce" providerId="ADAL" clId="{CF13A368-4EDE-4C54-A8E5-A890970F4A52}" dt="2023-06-14T01:50:57.687" v="738" actId="478"/>
          <ac:grpSpMkLst>
            <pc:docMk/>
            <pc:sldMk cId="1008252570" sldId="617"/>
            <ac:grpSpMk id="13" creationId="{B95ED6A2-6AAA-58FB-3ED5-41F0C3C9C8A8}"/>
          </ac:grpSpMkLst>
        </pc:grpChg>
        <pc:grpChg chg="add del mod">
          <ac:chgData name="Terence Yang(楊金晶_PSZ)" userId="04050711-1c2b-4376-8c27-98d2e13849ce" providerId="ADAL" clId="{CF13A368-4EDE-4C54-A8E5-A890970F4A52}" dt="2023-06-14T01:50:57.687" v="738" actId="478"/>
          <ac:grpSpMkLst>
            <pc:docMk/>
            <pc:sldMk cId="1008252570" sldId="617"/>
            <ac:grpSpMk id="17" creationId="{6A2D913A-3BB2-851C-CEF4-58BF58761C5D}"/>
          </ac:grpSpMkLst>
        </pc:grpChg>
        <pc:grpChg chg="add del mod">
          <ac:chgData name="Terence Yang(楊金晶_PSZ)" userId="04050711-1c2b-4376-8c27-98d2e13849ce" providerId="ADAL" clId="{CF13A368-4EDE-4C54-A8E5-A890970F4A52}" dt="2023-06-14T01:48:36.894" v="714" actId="21"/>
          <ac:grpSpMkLst>
            <pc:docMk/>
            <pc:sldMk cId="1008252570" sldId="617"/>
            <ac:grpSpMk id="45" creationId="{348ABF00-8AEA-FC15-24BD-686E986BAACF}"/>
          </ac:grpSpMkLst>
        </pc:grpChg>
        <pc:grpChg chg="add mod">
          <ac:chgData name="Terence Yang(楊金晶_PSZ)" userId="04050711-1c2b-4376-8c27-98d2e13849ce" providerId="ADAL" clId="{CF13A368-4EDE-4C54-A8E5-A890970F4A52}" dt="2023-06-14T01:49:05.499" v="721"/>
          <ac:grpSpMkLst>
            <pc:docMk/>
            <pc:sldMk cId="1008252570" sldId="617"/>
            <ac:grpSpMk id="46" creationId="{CC205755-13FE-8ABC-E143-50A152CEE899}"/>
          </ac:grpSpMkLst>
        </pc:grpChg>
        <pc:grpChg chg="add mod">
          <ac:chgData name="Terence Yang(楊金晶_PSZ)" userId="04050711-1c2b-4376-8c27-98d2e13849ce" providerId="ADAL" clId="{CF13A368-4EDE-4C54-A8E5-A890970F4A52}" dt="2023-06-14T01:50:58.474" v="739"/>
          <ac:grpSpMkLst>
            <pc:docMk/>
            <pc:sldMk cId="1008252570" sldId="617"/>
            <ac:grpSpMk id="53" creationId="{1AAF9E7C-E7B1-FE9F-2EC9-6B028AAB46DF}"/>
          </ac:grpSpMkLst>
        </pc:grpChg>
        <pc:grpChg chg="add mod">
          <ac:chgData name="Terence Yang(楊金晶_PSZ)" userId="04050711-1c2b-4376-8c27-98d2e13849ce" providerId="ADAL" clId="{CF13A368-4EDE-4C54-A8E5-A890970F4A52}" dt="2023-06-14T02:07:05.156" v="806"/>
          <ac:grpSpMkLst>
            <pc:docMk/>
            <pc:sldMk cId="1008252570" sldId="617"/>
            <ac:grpSpMk id="60" creationId="{EA4DFAEC-33B2-7B8E-BB7A-CA7F32CC7B0A}"/>
          </ac:grpSpMkLst>
        </pc:grpChg>
        <pc:grpChg chg="add mod">
          <ac:chgData name="Terence Yang(楊金晶_PSZ)" userId="04050711-1c2b-4376-8c27-98d2e13849ce" providerId="ADAL" clId="{CF13A368-4EDE-4C54-A8E5-A890970F4A52}" dt="2023-06-14T02:07:14.097" v="808"/>
          <ac:grpSpMkLst>
            <pc:docMk/>
            <pc:sldMk cId="1008252570" sldId="617"/>
            <ac:grpSpMk id="64" creationId="{A3CD3681-1948-0CE8-140C-8F56051E0C06}"/>
          </ac:grpSpMkLst>
        </pc:grpChg>
        <pc:picChg chg="add del mod">
          <ac:chgData name="Terence Yang(楊金晶_PSZ)" userId="04050711-1c2b-4376-8c27-98d2e13849ce" providerId="ADAL" clId="{CF13A368-4EDE-4C54-A8E5-A890970F4A52}" dt="2023-06-14T01:48:42.239" v="716" actId="478"/>
          <ac:picMkLst>
            <pc:docMk/>
            <pc:sldMk cId="1008252570" sldId="617"/>
            <ac:picMk id="5" creationId="{7487DBB2-E791-C233-B384-73E6EF506E07}"/>
          </ac:picMkLst>
        </pc:picChg>
        <pc:picChg chg="mod">
          <ac:chgData name="Terence Yang(楊金晶_PSZ)" userId="04050711-1c2b-4376-8c27-98d2e13849ce" providerId="ADAL" clId="{CF13A368-4EDE-4C54-A8E5-A890970F4A52}" dt="2023-06-14T01:45:30.389" v="675"/>
          <ac:picMkLst>
            <pc:docMk/>
            <pc:sldMk cId="1008252570" sldId="617"/>
            <ac:picMk id="7" creationId="{6A011834-9E8E-F942-6335-E4507BB5F08F}"/>
          </ac:picMkLst>
        </pc:picChg>
        <pc:picChg chg="mod">
          <ac:chgData name="Terence Yang(楊金晶_PSZ)" userId="04050711-1c2b-4376-8c27-98d2e13849ce" providerId="ADAL" clId="{CF13A368-4EDE-4C54-A8E5-A890970F4A52}" dt="2023-06-14T01:45:30.389" v="675"/>
          <ac:picMkLst>
            <pc:docMk/>
            <pc:sldMk cId="1008252570" sldId="617"/>
            <ac:picMk id="14" creationId="{B985FC65-1F7D-D3AE-3D74-635A25BAB1D3}"/>
          </ac:picMkLst>
        </pc:picChg>
        <pc:picChg chg="mod">
          <ac:chgData name="Terence Yang(楊金晶_PSZ)" userId="04050711-1c2b-4376-8c27-98d2e13849ce" providerId="ADAL" clId="{CF13A368-4EDE-4C54-A8E5-A890970F4A52}" dt="2023-06-14T01:45:30.389" v="675"/>
          <ac:picMkLst>
            <pc:docMk/>
            <pc:sldMk cId="1008252570" sldId="617"/>
            <ac:picMk id="18" creationId="{A1A46D9F-5D27-0439-3BFE-C3D58BB56A70}"/>
          </ac:picMkLst>
        </pc:picChg>
        <pc:picChg chg="add del mod">
          <ac:chgData name="Terence Yang(楊金晶_PSZ)" userId="04050711-1c2b-4376-8c27-98d2e13849ce" providerId="ADAL" clId="{CF13A368-4EDE-4C54-A8E5-A890970F4A52}" dt="2023-06-14T01:48:42.239" v="716" actId="478"/>
          <ac:picMkLst>
            <pc:docMk/>
            <pc:sldMk cId="1008252570" sldId="617"/>
            <ac:picMk id="23" creationId="{29F62835-70F6-5F59-C6D0-9C496E9B905D}"/>
          </ac:picMkLst>
        </pc:picChg>
        <pc:picChg chg="add mod">
          <ac:chgData name="Terence Yang(楊金晶_PSZ)" userId="04050711-1c2b-4376-8c27-98d2e13849ce" providerId="ADAL" clId="{CF13A368-4EDE-4C54-A8E5-A890970F4A52}" dt="2023-06-14T01:48:35.891" v="713" actId="1076"/>
          <ac:picMkLst>
            <pc:docMk/>
            <pc:sldMk cId="1008252570" sldId="617"/>
            <ac:picMk id="37" creationId="{9F36BD8C-02F4-74AB-076D-35AA7DF2B300}"/>
          </ac:picMkLst>
        </pc:picChg>
        <pc:picChg chg="add mod">
          <ac:chgData name="Terence Yang(楊金晶_PSZ)" userId="04050711-1c2b-4376-8c27-98d2e13849ce" providerId="ADAL" clId="{CF13A368-4EDE-4C54-A8E5-A890970F4A52}" dt="2023-06-14T01:48:35.891" v="713" actId="1076"/>
          <ac:picMkLst>
            <pc:docMk/>
            <pc:sldMk cId="1008252570" sldId="617"/>
            <ac:picMk id="38" creationId="{F4C5C402-C85F-FB74-1721-A397514311D6}"/>
          </ac:picMkLst>
        </pc:picChg>
        <pc:picChg chg="mod">
          <ac:chgData name="Terence Yang(楊金晶_PSZ)" userId="04050711-1c2b-4376-8c27-98d2e13849ce" providerId="ADAL" clId="{CF13A368-4EDE-4C54-A8E5-A890970F4A52}" dt="2023-06-14T01:49:10.613" v="722" actId="14100"/>
          <ac:picMkLst>
            <pc:docMk/>
            <pc:sldMk cId="1008252570" sldId="617"/>
            <ac:picMk id="47" creationId="{CED21603-A9BE-3FC0-017E-28C0B5BD182F}"/>
          </ac:picMkLst>
        </pc:picChg>
        <pc:picChg chg="mod">
          <ac:chgData name="Terence Yang(楊金晶_PSZ)" userId="04050711-1c2b-4376-8c27-98d2e13849ce" providerId="ADAL" clId="{CF13A368-4EDE-4C54-A8E5-A890970F4A52}" dt="2023-06-14T01:49:05.499" v="721"/>
          <ac:picMkLst>
            <pc:docMk/>
            <pc:sldMk cId="1008252570" sldId="617"/>
            <ac:picMk id="48" creationId="{E006D63F-C30A-042B-C264-26DABC4824D9}"/>
          </ac:picMkLst>
        </pc:picChg>
        <pc:picChg chg="mod">
          <ac:chgData name="Terence Yang(楊金晶_PSZ)" userId="04050711-1c2b-4376-8c27-98d2e13849ce" providerId="ADAL" clId="{CF13A368-4EDE-4C54-A8E5-A890970F4A52}" dt="2023-06-14T02:07:09.592" v="807"/>
          <ac:picMkLst>
            <pc:docMk/>
            <pc:sldMk cId="1008252570" sldId="617"/>
            <ac:picMk id="54" creationId="{CC997C56-E445-DDAD-EC57-D87F0A7B0C55}"/>
          </ac:picMkLst>
        </pc:picChg>
        <pc:picChg chg="mod">
          <ac:chgData name="Terence Yang(楊金晶_PSZ)" userId="04050711-1c2b-4376-8c27-98d2e13849ce" providerId="ADAL" clId="{CF13A368-4EDE-4C54-A8E5-A890970F4A52}" dt="2023-06-14T01:50:58.474" v="739"/>
          <ac:picMkLst>
            <pc:docMk/>
            <pc:sldMk cId="1008252570" sldId="617"/>
            <ac:picMk id="61" creationId="{518A21F8-7670-E59E-8706-0C037A39DE1E}"/>
          </ac:picMkLst>
        </pc:picChg>
        <pc:picChg chg="mod">
          <ac:chgData name="Terence Yang(楊金晶_PSZ)" userId="04050711-1c2b-4376-8c27-98d2e13849ce" providerId="ADAL" clId="{CF13A368-4EDE-4C54-A8E5-A890970F4A52}" dt="2023-06-14T01:50:58.474" v="739"/>
          <ac:picMkLst>
            <pc:docMk/>
            <pc:sldMk cId="1008252570" sldId="617"/>
            <ac:picMk id="65" creationId="{065E0EDC-1110-4864-AEFB-2A1E8E6F3A95}"/>
          </ac:picMkLst>
        </pc:picChg>
        <pc:cxnChg chg="mod">
          <ac:chgData name="Terence Yang(楊金晶_PSZ)" userId="04050711-1c2b-4376-8c27-98d2e13849ce" providerId="ADAL" clId="{CF13A368-4EDE-4C54-A8E5-A890970F4A52}" dt="2023-06-14T01:45:30.389" v="675"/>
          <ac:cxnSpMkLst>
            <pc:docMk/>
            <pc:sldMk cId="1008252570" sldId="617"/>
            <ac:cxnSpMk id="9" creationId="{61E66F6E-A516-1E1C-21A9-30C4E7D783BA}"/>
          </ac:cxnSpMkLst>
        </pc:cxnChg>
        <pc:cxnChg chg="mod">
          <ac:chgData name="Terence Yang(楊金晶_PSZ)" userId="04050711-1c2b-4376-8c27-98d2e13849ce" providerId="ADAL" clId="{CF13A368-4EDE-4C54-A8E5-A890970F4A52}" dt="2023-06-14T01:45:30.389" v="675"/>
          <ac:cxnSpMkLst>
            <pc:docMk/>
            <pc:sldMk cId="1008252570" sldId="617"/>
            <ac:cxnSpMk id="16" creationId="{5B4E205C-4FDC-3218-1F65-72ECF69466B6}"/>
          </ac:cxnSpMkLst>
        </pc:cxnChg>
        <pc:cxnChg chg="mod">
          <ac:chgData name="Terence Yang(楊金晶_PSZ)" userId="04050711-1c2b-4376-8c27-98d2e13849ce" providerId="ADAL" clId="{CF13A368-4EDE-4C54-A8E5-A890970F4A52}" dt="2023-06-14T01:50:57.687" v="738" actId="478"/>
          <ac:cxnSpMkLst>
            <pc:docMk/>
            <pc:sldMk cId="1008252570" sldId="617"/>
            <ac:cxnSpMk id="20" creationId="{CC741611-A9A8-9BA2-E492-331182773506}"/>
          </ac:cxnSpMkLst>
        </pc:cxnChg>
        <pc:cxnChg chg="add del mod">
          <ac:chgData name="Terence Yang(楊金晶_PSZ)" userId="04050711-1c2b-4376-8c27-98d2e13849ce" providerId="ADAL" clId="{CF13A368-4EDE-4C54-A8E5-A890970F4A52}" dt="2023-06-14T01:48:42.239" v="716" actId="478"/>
          <ac:cxnSpMkLst>
            <pc:docMk/>
            <pc:sldMk cId="1008252570" sldId="617"/>
            <ac:cxnSpMk id="29" creationId="{DC032226-3F51-408B-9046-A6EAAA3E92D3}"/>
          </ac:cxnSpMkLst>
        </pc:cxnChg>
        <pc:cxnChg chg="add del mod">
          <ac:chgData name="Terence Yang(楊金晶_PSZ)" userId="04050711-1c2b-4376-8c27-98d2e13849ce" providerId="ADAL" clId="{CF13A368-4EDE-4C54-A8E5-A890970F4A52}" dt="2023-06-14T01:48:44.482" v="717" actId="478"/>
          <ac:cxnSpMkLst>
            <pc:docMk/>
            <pc:sldMk cId="1008252570" sldId="617"/>
            <ac:cxnSpMk id="30" creationId="{17DFC453-E586-A143-D5C4-AAD88F71A835}"/>
          </ac:cxnSpMkLst>
        </pc:cxnChg>
        <pc:cxnChg chg="add del mod">
          <ac:chgData name="Terence Yang(楊金晶_PSZ)" userId="04050711-1c2b-4376-8c27-98d2e13849ce" providerId="ADAL" clId="{CF13A368-4EDE-4C54-A8E5-A890970F4A52}" dt="2023-06-14T01:48:42.239" v="716" actId="478"/>
          <ac:cxnSpMkLst>
            <pc:docMk/>
            <pc:sldMk cId="1008252570" sldId="617"/>
            <ac:cxnSpMk id="31" creationId="{759F817D-40CD-8A8B-D51E-C8CDA3A1A94D}"/>
          </ac:cxnSpMkLst>
        </pc:cxnChg>
        <pc:cxnChg chg="add mod">
          <ac:chgData name="Terence Yang(楊金晶_PSZ)" userId="04050711-1c2b-4376-8c27-98d2e13849ce" providerId="ADAL" clId="{CF13A368-4EDE-4C54-A8E5-A890970F4A52}" dt="2023-06-14T01:48:35.891" v="713" actId="1076"/>
          <ac:cxnSpMkLst>
            <pc:docMk/>
            <pc:sldMk cId="1008252570" sldId="617"/>
            <ac:cxnSpMk id="40" creationId="{FE78CDDB-3E4F-015A-8FBA-F94929916E5B}"/>
          </ac:cxnSpMkLst>
        </pc:cxnChg>
        <pc:cxnChg chg="mod">
          <ac:chgData name="Terence Yang(楊金晶_PSZ)" userId="04050711-1c2b-4376-8c27-98d2e13849ce" providerId="ADAL" clId="{CF13A368-4EDE-4C54-A8E5-A890970F4A52}" dt="2023-06-14T01:50:58.474" v="739"/>
          <ac:cxnSpMkLst>
            <pc:docMk/>
            <pc:sldMk cId="1008252570" sldId="617"/>
            <ac:cxnSpMk id="56" creationId="{77C20413-0D34-631B-B67B-9627E2E14A39}"/>
          </ac:cxnSpMkLst>
        </pc:cxnChg>
        <pc:cxnChg chg="mod">
          <ac:chgData name="Terence Yang(楊金晶_PSZ)" userId="04050711-1c2b-4376-8c27-98d2e13849ce" providerId="ADAL" clId="{CF13A368-4EDE-4C54-A8E5-A890970F4A52}" dt="2023-06-14T01:50:58.474" v="739"/>
          <ac:cxnSpMkLst>
            <pc:docMk/>
            <pc:sldMk cId="1008252570" sldId="617"/>
            <ac:cxnSpMk id="63" creationId="{E5F77C9D-607A-D531-0D18-4983924B4588}"/>
          </ac:cxnSpMkLst>
        </pc:cxnChg>
        <pc:cxnChg chg="mod">
          <ac:chgData name="Terence Yang(楊金晶_PSZ)" userId="04050711-1c2b-4376-8c27-98d2e13849ce" providerId="ADAL" clId="{CF13A368-4EDE-4C54-A8E5-A890970F4A52}" dt="2023-06-14T01:50:58.474" v="739"/>
          <ac:cxnSpMkLst>
            <pc:docMk/>
            <pc:sldMk cId="1008252570" sldId="617"/>
            <ac:cxnSpMk id="67" creationId="{0863722D-7BCA-2441-E0B0-073369F42B7F}"/>
          </ac:cxnSpMkLst>
        </pc:cxnChg>
      </pc:sldChg>
      <pc:sldChg chg="addSp delSp modSp add del mod ord">
        <pc:chgData name="Terence Yang(楊金晶_PSZ)" userId="04050711-1c2b-4376-8c27-98d2e13849ce" providerId="ADAL" clId="{CF13A368-4EDE-4C54-A8E5-A890970F4A52}" dt="2023-06-14T02:42:43.577" v="1170" actId="2696"/>
        <pc:sldMkLst>
          <pc:docMk/>
          <pc:sldMk cId="0" sldId="618"/>
        </pc:sldMkLst>
        <pc:spChg chg="del mod">
          <ac:chgData name="Terence Yang(楊金晶_PSZ)" userId="04050711-1c2b-4376-8c27-98d2e13849ce" providerId="ADAL" clId="{CF13A368-4EDE-4C54-A8E5-A890970F4A52}" dt="2023-06-14T02:42:14.381" v="1163" actId="478"/>
          <ac:spMkLst>
            <pc:docMk/>
            <pc:sldMk cId="0" sldId="618"/>
            <ac:spMk id="2" creationId="{00000000-0000-0000-0000-000000000000}"/>
          </ac:spMkLst>
        </pc:spChg>
        <pc:spChg chg="mod">
          <ac:chgData name="Terence Yang(楊金晶_PSZ)" userId="04050711-1c2b-4376-8c27-98d2e13849ce" providerId="ADAL" clId="{CF13A368-4EDE-4C54-A8E5-A890970F4A52}" dt="2023-06-14T02:42:31.098" v="1168"/>
          <ac:spMkLst>
            <pc:docMk/>
            <pc:sldMk cId="0" sldId="618"/>
            <ac:spMk id="4" creationId="{1781CA92-8381-F339-50AE-0BE4C502D6EB}"/>
          </ac:spMkLst>
        </pc:spChg>
        <pc:spChg chg="add del mod">
          <ac:chgData name="Terence Yang(楊金晶_PSZ)" userId="04050711-1c2b-4376-8c27-98d2e13849ce" providerId="ADAL" clId="{CF13A368-4EDE-4C54-A8E5-A890970F4A52}" dt="2023-06-14T02:42:41.390" v="1169" actId="478"/>
          <ac:spMkLst>
            <pc:docMk/>
            <pc:sldMk cId="0" sldId="618"/>
            <ac:spMk id="8" creationId="{41E2F5C0-03D2-6F39-1428-A177B6AA4B64}"/>
          </ac:spMkLst>
        </pc:spChg>
        <pc:grpChg chg="add del mod">
          <ac:chgData name="Terence Yang(楊金晶_PSZ)" userId="04050711-1c2b-4376-8c27-98d2e13849ce" providerId="ADAL" clId="{CF13A368-4EDE-4C54-A8E5-A890970F4A52}" dt="2023-06-14T02:42:41.390" v="1169" actId="478"/>
          <ac:grpSpMkLst>
            <pc:docMk/>
            <pc:sldMk cId="0" sldId="618"/>
            <ac:grpSpMk id="3" creationId="{C25723AA-9F72-9A93-4C4B-AC13106E1DA3}"/>
          </ac:grpSpMkLst>
        </pc:grpChg>
        <pc:cxnChg chg="mod">
          <ac:chgData name="Terence Yang(楊金晶_PSZ)" userId="04050711-1c2b-4376-8c27-98d2e13849ce" providerId="ADAL" clId="{CF13A368-4EDE-4C54-A8E5-A890970F4A52}" dt="2023-06-14T02:42:31.098" v="1168"/>
          <ac:cxnSpMkLst>
            <pc:docMk/>
            <pc:sldMk cId="0" sldId="618"/>
            <ac:cxnSpMk id="5" creationId="{CF05BB0E-EA84-A65B-9C10-D955A05458BE}"/>
          </ac:cxnSpMkLst>
        </pc:cxnChg>
        <pc:cxnChg chg="mod">
          <ac:chgData name="Terence Yang(楊金晶_PSZ)" userId="04050711-1c2b-4376-8c27-98d2e13849ce" providerId="ADAL" clId="{CF13A368-4EDE-4C54-A8E5-A890970F4A52}" dt="2023-06-14T02:42:31.098" v="1168"/>
          <ac:cxnSpMkLst>
            <pc:docMk/>
            <pc:sldMk cId="0" sldId="618"/>
            <ac:cxnSpMk id="7" creationId="{4C381C5D-11DC-7A75-DBD6-E0C7CFBFEFF9}"/>
          </ac:cxnSpMkLst>
        </pc:cxnChg>
      </pc:sldChg>
      <pc:sldChg chg="addSp delSp modSp new del mod">
        <pc:chgData name="Terence Yang(楊金晶_PSZ)" userId="04050711-1c2b-4376-8c27-98d2e13849ce" providerId="ADAL" clId="{CF13A368-4EDE-4C54-A8E5-A890970F4A52}" dt="2023-06-14T01:49:14.945" v="723" actId="47"/>
        <pc:sldMkLst>
          <pc:docMk/>
          <pc:sldMk cId="1769021520" sldId="618"/>
        </pc:sldMkLst>
        <pc:spChg chg="del">
          <ac:chgData name="Terence Yang(楊金晶_PSZ)" userId="04050711-1c2b-4376-8c27-98d2e13849ce" providerId="ADAL" clId="{CF13A368-4EDE-4C54-A8E5-A890970F4A52}" dt="2023-06-14T01:48:31.072" v="711" actId="478"/>
          <ac:spMkLst>
            <pc:docMk/>
            <pc:sldMk cId="1769021520" sldId="618"/>
            <ac:spMk id="2" creationId="{C09FBB47-214D-D510-8A4B-2F389E30ECAF}"/>
          </ac:spMkLst>
        </pc:spChg>
        <pc:spChg chg="del">
          <ac:chgData name="Terence Yang(楊金晶_PSZ)" userId="04050711-1c2b-4376-8c27-98d2e13849ce" providerId="ADAL" clId="{CF13A368-4EDE-4C54-A8E5-A890970F4A52}" dt="2023-06-14T01:48:31.072" v="711" actId="478"/>
          <ac:spMkLst>
            <pc:docMk/>
            <pc:sldMk cId="1769021520" sldId="618"/>
            <ac:spMk id="3" creationId="{D9CB39C1-746A-7D66-A018-1E3C445DC3CC}"/>
          </ac:spMkLst>
        </pc:spChg>
        <pc:spChg chg="del mod">
          <ac:chgData name="Terence Yang(楊金晶_PSZ)" userId="04050711-1c2b-4376-8c27-98d2e13849ce" providerId="ADAL" clId="{CF13A368-4EDE-4C54-A8E5-A890970F4A52}" dt="2023-06-14T01:48:48.607" v="718" actId="478"/>
          <ac:spMkLst>
            <pc:docMk/>
            <pc:sldMk cId="1769021520" sldId="618"/>
            <ac:spMk id="7" creationId="{221A0DD2-680F-4F5A-927F-7E017BE99CDF}"/>
          </ac:spMkLst>
        </pc:spChg>
        <pc:spChg chg="mod">
          <ac:chgData name="Terence Yang(楊金晶_PSZ)" userId="04050711-1c2b-4376-8c27-98d2e13849ce" providerId="ADAL" clId="{CF13A368-4EDE-4C54-A8E5-A890970F4A52}" dt="2023-06-14T01:48:38.830" v="715"/>
          <ac:spMkLst>
            <pc:docMk/>
            <pc:sldMk cId="1769021520" sldId="618"/>
            <ac:spMk id="9" creationId="{DEA0A025-79AB-D121-B31D-0451A55216B8}"/>
          </ac:spMkLst>
        </pc:spChg>
        <pc:spChg chg="mod">
          <ac:chgData name="Terence Yang(楊金晶_PSZ)" userId="04050711-1c2b-4376-8c27-98d2e13849ce" providerId="ADAL" clId="{CF13A368-4EDE-4C54-A8E5-A890970F4A52}" dt="2023-06-14T01:48:38.830" v="715"/>
          <ac:spMkLst>
            <pc:docMk/>
            <pc:sldMk cId="1769021520" sldId="618"/>
            <ac:spMk id="10" creationId="{42A99EA8-1955-AD4F-1A4C-61704B3A2159}"/>
          </ac:spMkLst>
        </pc:spChg>
        <pc:spChg chg="mod">
          <ac:chgData name="Terence Yang(楊金晶_PSZ)" userId="04050711-1c2b-4376-8c27-98d2e13849ce" providerId="ADAL" clId="{CF13A368-4EDE-4C54-A8E5-A890970F4A52}" dt="2023-06-14T01:48:38.830" v="715"/>
          <ac:spMkLst>
            <pc:docMk/>
            <pc:sldMk cId="1769021520" sldId="618"/>
            <ac:spMk id="11" creationId="{464EFE50-C36E-A838-60B2-096D6A30A216}"/>
          </ac:spMkLst>
        </pc:spChg>
        <pc:spChg chg="mod">
          <ac:chgData name="Terence Yang(楊金晶_PSZ)" userId="04050711-1c2b-4376-8c27-98d2e13849ce" providerId="ADAL" clId="{CF13A368-4EDE-4C54-A8E5-A890970F4A52}" dt="2023-06-14T01:48:38.830" v="715"/>
          <ac:spMkLst>
            <pc:docMk/>
            <pc:sldMk cId="1769021520" sldId="618"/>
            <ac:spMk id="12" creationId="{DA55086B-FB9B-295A-9945-C1ACCA32D208}"/>
          </ac:spMkLst>
        </pc:spChg>
        <pc:grpChg chg="add del mod">
          <ac:chgData name="Terence Yang(楊金晶_PSZ)" userId="04050711-1c2b-4376-8c27-98d2e13849ce" providerId="ADAL" clId="{CF13A368-4EDE-4C54-A8E5-A890970F4A52}" dt="2023-06-14T01:49:04.512" v="720" actId="21"/>
          <ac:grpSpMkLst>
            <pc:docMk/>
            <pc:sldMk cId="1769021520" sldId="618"/>
            <ac:grpSpMk id="4" creationId="{9678C4DA-781F-DC06-2D34-5F6C389DAF9F}"/>
          </ac:grpSpMkLst>
        </pc:grpChg>
        <pc:picChg chg="mod">
          <ac:chgData name="Terence Yang(楊金晶_PSZ)" userId="04050711-1c2b-4376-8c27-98d2e13849ce" providerId="ADAL" clId="{CF13A368-4EDE-4C54-A8E5-A890970F4A52}" dt="2023-06-14T01:48:38.830" v="715"/>
          <ac:picMkLst>
            <pc:docMk/>
            <pc:sldMk cId="1769021520" sldId="618"/>
            <ac:picMk id="5" creationId="{9282D79B-18FE-7E10-8B25-446E71789103}"/>
          </ac:picMkLst>
        </pc:picChg>
        <pc:picChg chg="mod">
          <ac:chgData name="Terence Yang(楊金晶_PSZ)" userId="04050711-1c2b-4376-8c27-98d2e13849ce" providerId="ADAL" clId="{CF13A368-4EDE-4C54-A8E5-A890970F4A52}" dt="2023-06-14T01:48:38.830" v="715"/>
          <ac:picMkLst>
            <pc:docMk/>
            <pc:sldMk cId="1769021520" sldId="618"/>
            <ac:picMk id="6" creationId="{E14D4FE1-FD50-B40F-5C08-A995EF4163D2}"/>
          </ac:picMkLst>
        </pc:picChg>
        <pc:cxnChg chg="del mod">
          <ac:chgData name="Terence Yang(楊金晶_PSZ)" userId="04050711-1c2b-4376-8c27-98d2e13849ce" providerId="ADAL" clId="{CF13A368-4EDE-4C54-A8E5-A890970F4A52}" dt="2023-06-14T01:48:59.927" v="719" actId="478"/>
          <ac:cxnSpMkLst>
            <pc:docMk/>
            <pc:sldMk cId="1769021520" sldId="618"/>
            <ac:cxnSpMk id="8" creationId="{8BE31855-2030-02B9-9B91-286BBDEF7F16}"/>
          </ac:cxnSpMkLst>
        </pc:cxnChg>
      </pc:sldChg>
      <pc:sldChg chg="new del">
        <pc:chgData name="Terence Yang(楊金晶_PSZ)" userId="04050711-1c2b-4376-8c27-98d2e13849ce" providerId="ADAL" clId="{CF13A368-4EDE-4C54-A8E5-A890970F4A52}" dt="2023-06-14T01:53:09.551" v="790" actId="47"/>
        <pc:sldMkLst>
          <pc:docMk/>
          <pc:sldMk cId="2679819747" sldId="618"/>
        </pc:sldMkLst>
      </pc:sldChg>
      <pc:sldChg chg="addSp delSp modSp new mod">
        <pc:chgData name="Terence Yang(楊金晶_PSZ)" userId="04050711-1c2b-4376-8c27-98d2e13849ce" providerId="ADAL" clId="{CF13A368-4EDE-4C54-A8E5-A890970F4A52}" dt="2023-06-14T03:03:35.398" v="1293" actId="20577"/>
        <pc:sldMkLst>
          <pc:docMk/>
          <pc:sldMk cId="3849914319" sldId="619"/>
        </pc:sldMkLst>
        <pc:spChg chg="del">
          <ac:chgData name="Terence Yang(楊金晶_PSZ)" userId="04050711-1c2b-4376-8c27-98d2e13849ce" providerId="ADAL" clId="{CF13A368-4EDE-4C54-A8E5-A890970F4A52}" dt="2023-06-14T02:08:42.711" v="810" actId="478"/>
          <ac:spMkLst>
            <pc:docMk/>
            <pc:sldMk cId="3849914319" sldId="619"/>
            <ac:spMk id="2" creationId="{EE1158F2-B677-20D8-27A3-D89C759163C0}"/>
          </ac:spMkLst>
        </pc:spChg>
        <pc:spChg chg="del">
          <ac:chgData name="Terence Yang(楊金晶_PSZ)" userId="04050711-1c2b-4376-8c27-98d2e13849ce" providerId="ADAL" clId="{CF13A368-4EDE-4C54-A8E5-A890970F4A52}" dt="2023-06-14T02:08:42.711" v="810" actId="478"/>
          <ac:spMkLst>
            <pc:docMk/>
            <pc:sldMk cId="3849914319" sldId="619"/>
            <ac:spMk id="3" creationId="{8EEB4D56-04CA-6BBA-5345-ECC3B75E0FCA}"/>
          </ac:spMkLst>
        </pc:spChg>
        <pc:spChg chg="add mod">
          <ac:chgData name="Terence Yang(楊金晶_PSZ)" userId="04050711-1c2b-4376-8c27-98d2e13849ce" providerId="ADAL" clId="{CF13A368-4EDE-4C54-A8E5-A890970F4A52}" dt="2023-06-14T03:03:35.398" v="1293" actId="20577"/>
          <ac:spMkLst>
            <pc:docMk/>
            <pc:sldMk cId="3849914319" sldId="619"/>
            <ac:spMk id="4" creationId="{67F41BD7-94B2-D1F9-4697-E56B7D1DEEF5}"/>
          </ac:spMkLst>
        </pc:spChg>
      </pc:sldChg>
      <pc:sldChg chg="addSp delSp modSp new mod">
        <pc:chgData name="Terence Yang(楊金晶_PSZ)" userId="04050711-1c2b-4376-8c27-98d2e13849ce" providerId="ADAL" clId="{CF13A368-4EDE-4C54-A8E5-A890970F4A52}" dt="2023-06-14T02:13:59.817" v="976" actId="1076"/>
        <pc:sldMkLst>
          <pc:docMk/>
          <pc:sldMk cId="697009570" sldId="620"/>
        </pc:sldMkLst>
        <pc:spChg chg="del">
          <ac:chgData name="Terence Yang(楊金晶_PSZ)" userId="04050711-1c2b-4376-8c27-98d2e13849ce" providerId="ADAL" clId="{CF13A368-4EDE-4C54-A8E5-A890970F4A52}" dt="2023-06-14T02:09:12.046" v="816" actId="478"/>
          <ac:spMkLst>
            <pc:docMk/>
            <pc:sldMk cId="697009570" sldId="620"/>
            <ac:spMk id="2" creationId="{C939EB9F-7B8A-05D9-B4B4-A729C0DE0A88}"/>
          </ac:spMkLst>
        </pc:spChg>
        <pc:spChg chg="del">
          <ac:chgData name="Terence Yang(楊金晶_PSZ)" userId="04050711-1c2b-4376-8c27-98d2e13849ce" providerId="ADAL" clId="{CF13A368-4EDE-4C54-A8E5-A890970F4A52}" dt="2023-06-14T02:09:12.046" v="816" actId="478"/>
          <ac:spMkLst>
            <pc:docMk/>
            <pc:sldMk cId="697009570" sldId="620"/>
            <ac:spMk id="3" creationId="{E9340494-8889-4C0A-024D-536420852DC4}"/>
          </ac:spMkLst>
        </pc:spChg>
        <pc:spChg chg="add mod">
          <ac:chgData name="Terence Yang(楊金晶_PSZ)" userId="04050711-1c2b-4376-8c27-98d2e13849ce" providerId="ADAL" clId="{CF13A368-4EDE-4C54-A8E5-A890970F4A52}" dt="2023-06-14T02:13:59.817" v="976" actId="1076"/>
          <ac:spMkLst>
            <pc:docMk/>
            <pc:sldMk cId="697009570" sldId="620"/>
            <ac:spMk id="5" creationId="{F90CED85-533A-0FD8-3227-81827CB3C3DC}"/>
          </ac:spMkLst>
        </pc:spChg>
        <pc:spChg chg="add mod">
          <ac:chgData name="Terence Yang(楊金晶_PSZ)" userId="04050711-1c2b-4376-8c27-98d2e13849ce" providerId="ADAL" clId="{CF13A368-4EDE-4C54-A8E5-A890970F4A52}" dt="2023-06-14T02:12:41.709" v="960" actId="113"/>
          <ac:spMkLst>
            <pc:docMk/>
            <pc:sldMk cId="697009570" sldId="620"/>
            <ac:spMk id="6" creationId="{F61932CD-79AF-F8D2-AC1B-4ED7B0791316}"/>
          </ac:spMkLst>
        </pc:spChg>
        <pc:spChg chg="add mod">
          <ac:chgData name="Terence Yang(楊金晶_PSZ)" userId="04050711-1c2b-4376-8c27-98d2e13849ce" providerId="ADAL" clId="{CF13A368-4EDE-4C54-A8E5-A890970F4A52}" dt="2023-06-14T02:12:41.709" v="960" actId="113"/>
          <ac:spMkLst>
            <pc:docMk/>
            <pc:sldMk cId="697009570" sldId="620"/>
            <ac:spMk id="7" creationId="{5BB30E98-61E6-E04C-86B4-645A413BD1E4}"/>
          </ac:spMkLst>
        </pc:spChg>
        <pc:spChg chg="add mod">
          <ac:chgData name="Terence Yang(楊金晶_PSZ)" userId="04050711-1c2b-4376-8c27-98d2e13849ce" providerId="ADAL" clId="{CF13A368-4EDE-4C54-A8E5-A890970F4A52}" dt="2023-06-14T02:12:41.709" v="960" actId="113"/>
          <ac:spMkLst>
            <pc:docMk/>
            <pc:sldMk cId="697009570" sldId="620"/>
            <ac:spMk id="8" creationId="{FD15403C-C075-85C9-5323-22A759F20C6A}"/>
          </ac:spMkLst>
        </pc:spChg>
        <pc:spChg chg="add mod">
          <ac:chgData name="Terence Yang(楊金晶_PSZ)" userId="04050711-1c2b-4376-8c27-98d2e13849ce" providerId="ADAL" clId="{CF13A368-4EDE-4C54-A8E5-A890970F4A52}" dt="2023-06-14T02:12:41.709" v="960" actId="113"/>
          <ac:spMkLst>
            <pc:docMk/>
            <pc:sldMk cId="697009570" sldId="620"/>
            <ac:spMk id="9" creationId="{D7C59F79-F369-DABD-979D-C9DE445792C2}"/>
          </ac:spMkLst>
        </pc:spChg>
        <pc:spChg chg="add del mod">
          <ac:chgData name="Terence Yang(楊金晶_PSZ)" userId="04050711-1c2b-4376-8c27-98d2e13849ce" providerId="ADAL" clId="{CF13A368-4EDE-4C54-A8E5-A890970F4A52}" dt="2023-06-14T02:13:05.529" v="963" actId="478"/>
          <ac:spMkLst>
            <pc:docMk/>
            <pc:sldMk cId="697009570" sldId="620"/>
            <ac:spMk id="10" creationId="{25DB265B-2BF2-6E80-9A21-F130CB274CD2}"/>
          </ac:spMkLst>
        </pc:spChg>
        <pc:spChg chg="add mod">
          <ac:chgData name="Terence Yang(楊金晶_PSZ)" userId="04050711-1c2b-4376-8c27-98d2e13849ce" providerId="ADAL" clId="{CF13A368-4EDE-4C54-A8E5-A890970F4A52}" dt="2023-06-14T02:12:41.709" v="960" actId="113"/>
          <ac:spMkLst>
            <pc:docMk/>
            <pc:sldMk cId="697009570" sldId="620"/>
            <ac:spMk id="11" creationId="{F781CF81-5781-7D13-224C-B840B1664F71}"/>
          </ac:spMkLst>
        </pc:spChg>
        <pc:spChg chg="add mod">
          <ac:chgData name="Terence Yang(楊金晶_PSZ)" userId="04050711-1c2b-4376-8c27-98d2e13849ce" providerId="ADAL" clId="{CF13A368-4EDE-4C54-A8E5-A890970F4A52}" dt="2023-06-14T02:12:41.709" v="960" actId="113"/>
          <ac:spMkLst>
            <pc:docMk/>
            <pc:sldMk cId="697009570" sldId="620"/>
            <ac:spMk id="12" creationId="{B31406DB-F6E2-5296-5F38-7F19694AE7B3}"/>
          </ac:spMkLst>
        </pc:spChg>
        <pc:spChg chg="add mod">
          <ac:chgData name="Terence Yang(楊金晶_PSZ)" userId="04050711-1c2b-4376-8c27-98d2e13849ce" providerId="ADAL" clId="{CF13A368-4EDE-4C54-A8E5-A890970F4A52}" dt="2023-06-14T02:12:41.709" v="960" actId="113"/>
          <ac:spMkLst>
            <pc:docMk/>
            <pc:sldMk cId="697009570" sldId="620"/>
            <ac:spMk id="13" creationId="{7CDC0741-4969-E285-F180-8816CA978661}"/>
          </ac:spMkLst>
        </pc:spChg>
        <pc:spChg chg="add mod">
          <ac:chgData name="Terence Yang(楊金晶_PSZ)" userId="04050711-1c2b-4376-8c27-98d2e13849ce" providerId="ADAL" clId="{CF13A368-4EDE-4C54-A8E5-A890970F4A52}" dt="2023-06-14T02:12:41.709" v="960" actId="113"/>
          <ac:spMkLst>
            <pc:docMk/>
            <pc:sldMk cId="697009570" sldId="620"/>
            <ac:spMk id="14" creationId="{A014F63B-D0A4-A4BB-585E-18261BA2CD1B}"/>
          </ac:spMkLst>
        </pc:spChg>
        <pc:spChg chg="add mod">
          <ac:chgData name="Terence Yang(楊金晶_PSZ)" userId="04050711-1c2b-4376-8c27-98d2e13849ce" providerId="ADAL" clId="{CF13A368-4EDE-4C54-A8E5-A890970F4A52}" dt="2023-06-14T02:12:41.709" v="960" actId="113"/>
          <ac:spMkLst>
            <pc:docMk/>
            <pc:sldMk cId="697009570" sldId="620"/>
            <ac:spMk id="15" creationId="{A3928423-A95E-1F66-2FEE-64171D8BFF7A}"/>
          </ac:spMkLst>
        </pc:spChg>
        <pc:spChg chg="add mod">
          <ac:chgData name="Terence Yang(楊金晶_PSZ)" userId="04050711-1c2b-4376-8c27-98d2e13849ce" providerId="ADAL" clId="{CF13A368-4EDE-4C54-A8E5-A890970F4A52}" dt="2023-06-14T02:12:41.709" v="960" actId="113"/>
          <ac:spMkLst>
            <pc:docMk/>
            <pc:sldMk cId="697009570" sldId="620"/>
            <ac:spMk id="16" creationId="{D144E7C2-7658-9E64-015C-3F9F4FED21F1}"/>
          </ac:spMkLst>
        </pc:spChg>
        <pc:spChg chg="add mod">
          <ac:chgData name="Terence Yang(楊金晶_PSZ)" userId="04050711-1c2b-4376-8c27-98d2e13849ce" providerId="ADAL" clId="{CF13A368-4EDE-4C54-A8E5-A890970F4A52}" dt="2023-06-14T02:12:41.709" v="960" actId="113"/>
          <ac:spMkLst>
            <pc:docMk/>
            <pc:sldMk cId="697009570" sldId="620"/>
            <ac:spMk id="17" creationId="{6207B828-B066-465B-A9AC-FBE2A138F317}"/>
          </ac:spMkLst>
        </pc:spChg>
        <pc:spChg chg="add mod">
          <ac:chgData name="Terence Yang(楊金晶_PSZ)" userId="04050711-1c2b-4376-8c27-98d2e13849ce" providerId="ADAL" clId="{CF13A368-4EDE-4C54-A8E5-A890970F4A52}" dt="2023-06-14T02:12:41.709" v="960" actId="113"/>
          <ac:spMkLst>
            <pc:docMk/>
            <pc:sldMk cId="697009570" sldId="620"/>
            <ac:spMk id="18" creationId="{9B3B80A0-8613-0B90-C4D6-067CAB0EC774}"/>
          </ac:spMkLst>
        </pc:spChg>
        <pc:spChg chg="add mod">
          <ac:chgData name="Terence Yang(楊金晶_PSZ)" userId="04050711-1c2b-4376-8c27-98d2e13849ce" providerId="ADAL" clId="{CF13A368-4EDE-4C54-A8E5-A890970F4A52}" dt="2023-06-14T02:12:41.709" v="960" actId="113"/>
          <ac:spMkLst>
            <pc:docMk/>
            <pc:sldMk cId="697009570" sldId="620"/>
            <ac:spMk id="19" creationId="{50E02276-9ABD-115B-3026-AE7DD329BF22}"/>
          </ac:spMkLst>
        </pc:spChg>
        <pc:spChg chg="add mod">
          <ac:chgData name="Terence Yang(楊金晶_PSZ)" userId="04050711-1c2b-4376-8c27-98d2e13849ce" providerId="ADAL" clId="{CF13A368-4EDE-4C54-A8E5-A890970F4A52}" dt="2023-06-14T02:09:47.669" v="823" actId="14100"/>
          <ac:spMkLst>
            <pc:docMk/>
            <pc:sldMk cId="697009570" sldId="620"/>
            <ac:spMk id="20" creationId="{43064973-B2CB-CD19-2D4C-79102C368A1D}"/>
          </ac:spMkLst>
        </pc:spChg>
        <pc:spChg chg="add mod">
          <ac:chgData name="Terence Yang(楊金晶_PSZ)" userId="04050711-1c2b-4376-8c27-98d2e13849ce" providerId="ADAL" clId="{CF13A368-4EDE-4C54-A8E5-A890970F4A52}" dt="2023-06-14T02:13:59.817" v="976" actId="1076"/>
          <ac:spMkLst>
            <pc:docMk/>
            <pc:sldMk cId="697009570" sldId="620"/>
            <ac:spMk id="24" creationId="{C9364374-12BD-57FF-1219-56AF9E094930}"/>
          </ac:spMkLst>
        </pc:spChg>
        <pc:grpChg chg="add mod">
          <ac:chgData name="Terence Yang(楊金晶_PSZ)" userId="04050711-1c2b-4376-8c27-98d2e13849ce" providerId="ADAL" clId="{CF13A368-4EDE-4C54-A8E5-A890970F4A52}" dt="2023-06-14T02:13:34.051" v="974" actId="1076"/>
          <ac:grpSpMkLst>
            <pc:docMk/>
            <pc:sldMk cId="697009570" sldId="620"/>
            <ac:grpSpMk id="22" creationId="{7CEEDC24-D24A-B4DB-E677-E621FEAA55FA}"/>
          </ac:grpSpMkLst>
        </pc:grpChg>
        <pc:picChg chg="add mod">
          <ac:chgData name="Terence Yang(楊金晶_PSZ)" userId="04050711-1c2b-4376-8c27-98d2e13849ce" providerId="ADAL" clId="{CF13A368-4EDE-4C54-A8E5-A890970F4A52}" dt="2023-06-14T02:11:59.440" v="947" actId="164"/>
          <ac:picMkLst>
            <pc:docMk/>
            <pc:sldMk cId="697009570" sldId="620"/>
            <ac:picMk id="4" creationId="{0E8A2BE7-93D1-34E3-969A-2F9B2D53D344}"/>
          </ac:picMkLst>
        </pc:picChg>
        <pc:cxnChg chg="add del mod">
          <ac:chgData name="Terence Yang(楊金晶_PSZ)" userId="04050711-1c2b-4376-8c27-98d2e13849ce" providerId="ADAL" clId="{CF13A368-4EDE-4C54-A8E5-A890970F4A52}" dt="2023-06-14T02:09:24.760" v="818" actId="478"/>
          <ac:cxnSpMkLst>
            <pc:docMk/>
            <pc:sldMk cId="697009570" sldId="620"/>
            <ac:cxnSpMk id="21" creationId="{153AD8B0-6229-8F21-EF2D-EC8D1B9DC60C}"/>
          </ac:cxnSpMkLst>
        </pc:cxnChg>
      </pc:sldChg>
      <pc:sldChg chg="addSp delSp modSp new mod">
        <pc:chgData name="Terence Yang(楊金晶_PSZ)" userId="04050711-1c2b-4376-8c27-98d2e13849ce" providerId="ADAL" clId="{CF13A368-4EDE-4C54-A8E5-A890970F4A52}" dt="2023-06-14T02:23:37.473" v="1064" actId="14100"/>
        <pc:sldMkLst>
          <pc:docMk/>
          <pc:sldMk cId="2692311814" sldId="621"/>
        </pc:sldMkLst>
        <pc:spChg chg="del">
          <ac:chgData name="Terence Yang(楊金晶_PSZ)" userId="04050711-1c2b-4376-8c27-98d2e13849ce" providerId="ADAL" clId="{CF13A368-4EDE-4C54-A8E5-A890970F4A52}" dt="2023-06-14T02:14:09.175" v="978" actId="478"/>
          <ac:spMkLst>
            <pc:docMk/>
            <pc:sldMk cId="2692311814" sldId="621"/>
            <ac:spMk id="2" creationId="{EECD9D81-C875-04F4-A50E-E0E34055507D}"/>
          </ac:spMkLst>
        </pc:spChg>
        <pc:spChg chg="del">
          <ac:chgData name="Terence Yang(楊金晶_PSZ)" userId="04050711-1c2b-4376-8c27-98d2e13849ce" providerId="ADAL" clId="{CF13A368-4EDE-4C54-A8E5-A890970F4A52}" dt="2023-06-14T02:14:09.175" v="978" actId="478"/>
          <ac:spMkLst>
            <pc:docMk/>
            <pc:sldMk cId="2692311814" sldId="621"/>
            <ac:spMk id="3" creationId="{388C1CA8-FF8E-FD78-6884-8504FC00313A}"/>
          </ac:spMkLst>
        </pc:spChg>
        <pc:spChg chg="add mod">
          <ac:chgData name="Terence Yang(楊金晶_PSZ)" userId="04050711-1c2b-4376-8c27-98d2e13849ce" providerId="ADAL" clId="{CF13A368-4EDE-4C54-A8E5-A890970F4A52}" dt="2023-06-14T02:20:30.569" v="1035" actId="207"/>
          <ac:spMkLst>
            <pc:docMk/>
            <pc:sldMk cId="2692311814" sldId="621"/>
            <ac:spMk id="4" creationId="{E4F568F0-821B-7EA8-85DD-FEB6414FB84B}"/>
          </ac:spMkLst>
        </pc:spChg>
        <pc:spChg chg="add del mod">
          <ac:chgData name="Terence Yang(楊金晶_PSZ)" userId="04050711-1c2b-4376-8c27-98d2e13849ce" providerId="ADAL" clId="{CF13A368-4EDE-4C54-A8E5-A890970F4A52}" dt="2023-06-14T02:17:10.770" v="1019" actId="478"/>
          <ac:spMkLst>
            <pc:docMk/>
            <pc:sldMk cId="2692311814" sldId="621"/>
            <ac:spMk id="5" creationId="{EAE8BBE9-B364-A860-E713-711A813B3F53}"/>
          </ac:spMkLst>
        </pc:spChg>
        <pc:spChg chg="add del mod">
          <ac:chgData name="Terence Yang(楊金晶_PSZ)" userId="04050711-1c2b-4376-8c27-98d2e13849ce" providerId="ADAL" clId="{CF13A368-4EDE-4C54-A8E5-A890970F4A52}" dt="2023-06-14T02:17:10.770" v="1019" actId="478"/>
          <ac:spMkLst>
            <pc:docMk/>
            <pc:sldMk cId="2692311814" sldId="621"/>
            <ac:spMk id="7" creationId="{7D44DCB7-B26B-56BA-2AA0-74487A5A97D7}"/>
          </ac:spMkLst>
        </pc:spChg>
        <pc:spChg chg="add del mod">
          <ac:chgData name="Terence Yang(楊金晶_PSZ)" userId="04050711-1c2b-4376-8c27-98d2e13849ce" providerId="ADAL" clId="{CF13A368-4EDE-4C54-A8E5-A890970F4A52}" dt="2023-06-14T02:17:10.770" v="1019" actId="478"/>
          <ac:spMkLst>
            <pc:docMk/>
            <pc:sldMk cId="2692311814" sldId="621"/>
            <ac:spMk id="9" creationId="{4786BCA6-FE4E-763C-F53E-4BEC2ACB3BA9}"/>
          </ac:spMkLst>
        </pc:spChg>
        <pc:spChg chg="add del mod">
          <ac:chgData name="Terence Yang(楊金晶_PSZ)" userId="04050711-1c2b-4376-8c27-98d2e13849ce" providerId="ADAL" clId="{CF13A368-4EDE-4C54-A8E5-A890970F4A52}" dt="2023-06-14T02:17:10.770" v="1019" actId="478"/>
          <ac:spMkLst>
            <pc:docMk/>
            <pc:sldMk cId="2692311814" sldId="621"/>
            <ac:spMk id="10" creationId="{D8FD75E0-9497-041F-96B2-65AA4E6640CA}"/>
          </ac:spMkLst>
        </pc:spChg>
        <pc:spChg chg="add del mod">
          <ac:chgData name="Terence Yang(楊金晶_PSZ)" userId="04050711-1c2b-4376-8c27-98d2e13849ce" providerId="ADAL" clId="{CF13A368-4EDE-4C54-A8E5-A890970F4A52}" dt="2023-06-14T02:17:10.770" v="1019" actId="478"/>
          <ac:spMkLst>
            <pc:docMk/>
            <pc:sldMk cId="2692311814" sldId="621"/>
            <ac:spMk id="11" creationId="{428E216B-EA09-EC9B-DD94-3F1B387309DE}"/>
          </ac:spMkLst>
        </pc:spChg>
        <pc:spChg chg="add del mod">
          <ac:chgData name="Terence Yang(楊金晶_PSZ)" userId="04050711-1c2b-4376-8c27-98d2e13849ce" providerId="ADAL" clId="{CF13A368-4EDE-4C54-A8E5-A890970F4A52}" dt="2023-06-14T02:17:10.770" v="1019" actId="478"/>
          <ac:spMkLst>
            <pc:docMk/>
            <pc:sldMk cId="2692311814" sldId="621"/>
            <ac:spMk id="12" creationId="{DA53F4A0-51B9-10C6-5E28-AA2C5EBC8145}"/>
          </ac:spMkLst>
        </pc:spChg>
        <pc:spChg chg="add del mod">
          <ac:chgData name="Terence Yang(楊金晶_PSZ)" userId="04050711-1c2b-4376-8c27-98d2e13849ce" providerId="ADAL" clId="{CF13A368-4EDE-4C54-A8E5-A890970F4A52}" dt="2023-06-14T02:17:10.770" v="1019" actId="478"/>
          <ac:spMkLst>
            <pc:docMk/>
            <pc:sldMk cId="2692311814" sldId="621"/>
            <ac:spMk id="13" creationId="{54BB9F2C-EB5B-23F7-92EC-A191FCFD38F0}"/>
          </ac:spMkLst>
        </pc:spChg>
        <pc:spChg chg="mod">
          <ac:chgData name="Terence Yang(楊金晶_PSZ)" userId="04050711-1c2b-4376-8c27-98d2e13849ce" providerId="ADAL" clId="{CF13A368-4EDE-4C54-A8E5-A890970F4A52}" dt="2023-06-14T02:16:37.949" v="1015" actId="1076"/>
          <ac:spMkLst>
            <pc:docMk/>
            <pc:sldMk cId="2692311814" sldId="621"/>
            <ac:spMk id="15" creationId="{3BB8E97D-FD26-DE6B-A5D3-5B267C04057F}"/>
          </ac:spMkLst>
        </pc:spChg>
        <pc:spChg chg="add del mod">
          <ac:chgData name="Terence Yang(楊金晶_PSZ)" userId="04050711-1c2b-4376-8c27-98d2e13849ce" providerId="ADAL" clId="{CF13A368-4EDE-4C54-A8E5-A890970F4A52}" dt="2023-06-14T02:17:10.770" v="1019" actId="478"/>
          <ac:spMkLst>
            <pc:docMk/>
            <pc:sldMk cId="2692311814" sldId="621"/>
            <ac:spMk id="19" creationId="{134D3974-7E8C-22B9-EB9E-536325ECD51D}"/>
          </ac:spMkLst>
        </pc:spChg>
        <pc:spChg chg="add del mod">
          <ac:chgData name="Terence Yang(楊金晶_PSZ)" userId="04050711-1c2b-4376-8c27-98d2e13849ce" providerId="ADAL" clId="{CF13A368-4EDE-4C54-A8E5-A890970F4A52}" dt="2023-06-14T02:17:10.770" v="1019" actId="478"/>
          <ac:spMkLst>
            <pc:docMk/>
            <pc:sldMk cId="2692311814" sldId="621"/>
            <ac:spMk id="20" creationId="{67DCF819-497B-DED0-0839-26DCDE4C42E4}"/>
          </ac:spMkLst>
        </pc:spChg>
        <pc:spChg chg="add del mod">
          <ac:chgData name="Terence Yang(楊金晶_PSZ)" userId="04050711-1c2b-4376-8c27-98d2e13849ce" providerId="ADAL" clId="{CF13A368-4EDE-4C54-A8E5-A890970F4A52}" dt="2023-06-14T02:17:10.770" v="1019" actId="478"/>
          <ac:spMkLst>
            <pc:docMk/>
            <pc:sldMk cId="2692311814" sldId="621"/>
            <ac:spMk id="21" creationId="{E65A2510-09C5-DBB4-D12F-51DBA5A699AA}"/>
          </ac:spMkLst>
        </pc:spChg>
        <pc:spChg chg="add del mod">
          <ac:chgData name="Terence Yang(楊金晶_PSZ)" userId="04050711-1c2b-4376-8c27-98d2e13849ce" providerId="ADAL" clId="{CF13A368-4EDE-4C54-A8E5-A890970F4A52}" dt="2023-06-14T02:17:10.770" v="1019" actId="478"/>
          <ac:spMkLst>
            <pc:docMk/>
            <pc:sldMk cId="2692311814" sldId="621"/>
            <ac:spMk id="22" creationId="{27A0FCB2-98AE-F5A6-CE9D-642288644C97}"/>
          </ac:spMkLst>
        </pc:spChg>
        <pc:spChg chg="add del mod">
          <ac:chgData name="Terence Yang(楊金晶_PSZ)" userId="04050711-1c2b-4376-8c27-98d2e13849ce" providerId="ADAL" clId="{CF13A368-4EDE-4C54-A8E5-A890970F4A52}" dt="2023-06-14T02:17:10.770" v="1019" actId="478"/>
          <ac:spMkLst>
            <pc:docMk/>
            <pc:sldMk cId="2692311814" sldId="621"/>
            <ac:spMk id="23" creationId="{C6B7517E-76DD-25A1-6F7E-BF795B392664}"/>
          </ac:spMkLst>
        </pc:spChg>
        <pc:spChg chg="add del mod">
          <ac:chgData name="Terence Yang(楊金晶_PSZ)" userId="04050711-1c2b-4376-8c27-98d2e13849ce" providerId="ADAL" clId="{CF13A368-4EDE-4C54-A8E5-A890970F4A52}" dt="2023-06-14T02:17:10.770" v="1019" actId="478"/>
          <ac:spMkLst>
            <pc:docMk/>
            <pc:sldMk cId="2692311814" sldId="621"/>
            <ac:spMk id="24" creationId="{1799500B-AA18-4AEC-EE24-3F39D04B07E9}"/>
          </ac:spMkLst>
        </pc:spChg>
        <pc:spChg chg="add mod">
          <ac:chgData name="Terence Yang(楊金晶_PSZ)" userId="04050711-1c2b-4376-8c27-98d2e13849ce" providerId="ADAL" clId="{CF13A368-4EDE-4C54-A8E5-A890970F4A52}" dt="2023-06-14T02:23:30.079" v="1062" actId="14100"/>
          <ac:spMkLst>
            <pc:docMk/>
            <pc:sldMk cId="2692311814" sldId="621"/>
            <ac:spMk id="25" creationId="{31B82E62-017A-29DA-27B8-A2BBB3B0D9E8}"/>
          </ac:spMkLst>
        </pc:spChg>
        <pc:spChg chg="add mod">
          <ac:chgData name="Terence Yang(楊金晶_PSZ)" userId="04050711-1c2b-4376-8c27-98d2e13849ce" providerId="ADAL" clId="{CF13A368-4EDE-4C54-A8E5-A890970F4A52}" dt="2023-06-14T02:23:37.473" v="1064" actId="14100"/>
          <ac:spMkLst>
            <pc:docMk/>
            <pc:sldMk cId="2692311814" sldId="621"/>
            <ac:spMk id="27" creationId="{C50DF3EB-04FB-6A77-D7D2-BCFEBDC7D4FE}"/>
          </ac:spMkLst>
        </pc:spChg>
        <pc:spChg chg="add mod">
          <ac:chgData name="Terence Yang(楊金晶_PSZ)" userId="04050711-1c2b-4376-8c27-98d2e13849ce" providerId="ADAL" clId="{CF13A368-4EDE-4C54-A8E5-A890970F4A52}" dt="2023-06-14T02:17:19.662" v="1020"/>
          <ac:spMkLst>
            <pc:docMk/>
            <pc:sldMk cId="2692311814" sldId="621"/>
            <ac:spMk id="29" creationId="{A674C9AA-475C-EF44-6BFE-ABD1BFD961E3}"/>
          </ac:spMkLst>
        </pc:spChg>
        <pc:spChg chg="add mod">
          <ac:chgData name="Terence Yang(楊金晶_PSZ)" userId="04050711-1c2b-4376-8c27-98d2e13849ce" providerId="ADAL" clId="{CF13A368-4EDE-4C54-A8E5-A890970F4A52}" dt="2023-06-14T02:17:19.662" v="1020"/>
          <ac:spMkLst>
            <pc:docMk/>
            <pc:sldMk cId="2692311814" sldId="621"/>
            <ac:spMk id="30" creationId="{6C35CFB1-3788-90B0-7A52-138DDF9C321C}"/>
          </ac:spMkLst>
        </pc:spChg>
        <pc:spChg chg="add mod">
          <ac:chgData name="Terence Yang(楊金晶_PSZ)" userId="04050711-1c2b-4376-8c27-98d2e13849ce" providerId="ADAL" clId="{CF13A368-4EDE-4C54-A8E5-A890970F4A52}" dt="2023-06-14T02:17:19.662" v="1020"/>
          <ac:spMkLst>
            <pc:docMk/>
            <pc:sldMk cId="2692311814" sldId="621"/>
            <ac:spMk id="31" creationId="{5B20D7C5-0509-B9EC-D783-09055ED46468}"/>
          </ac:spMkLst>
        </pc:spChg>
        <pc:spChg chg="add mod">
          <ac:chgData name="Terence Yang(楊金晶_PSZ)" userId="04050711-1c2b-4376-8c27-98d2e13849ce" providerId="ADAL" clId="{CF13A368-4EDE-4C54-A8E5-A890970F4A52}" dt="2023-06-14T02:17:19.662" v="1020"/>
          <ac:spMkLst>
            <pc:docMk/>
            <pc:sldMk cId="2692311814" sldId="621"/>
            <ac:spMk id="32" creationId="{AB0FD2FE-172B-5005-1A99-4700A3BEB209}"/>
          </ac:spMkLst>
        </pc:spChg>
        <pc:spChg chg="add mod">
          <ac:chgData name="Terence Yang(楊金晶_PSZ)" userId="04050711-1c2b-4376-8c27-98d2e13849ce" providerId="ADAL" clId="{CF13A368-4EDE-4C54-A8E5-A890970F4A52}" dt="2023-06-14T02:17:19.662" v="1020"/>
          <ac:spMkLst>
            <pc:docMk/>
            <pc:sldMk cId="2692311814" sldId="621"/>
            <ac:spMk id="33" creationId="{86D817D6-9D03-228A-CC65-442B9D5A764F}"/>
          </ac:spMkLst>
        </pc:spChg>
        <pc:spChg chg="mod">
          <ac:chgData name="Terence Yang(楊金晶_PSZ)" userId="04050711-1c2b-4376-8c27-98d2e13849ce" providerId="ADAL" clId="{CF13A368-4EDE-4C54-A8E5-A890970F4A52}" dt="2023-06-14T02:17:19.662" v="1020"/>
          <ac:spMkLst>
            <pc:docMk/>
            <pc:sldMk cId="2692311814" sldId="621"/>
            <ac:spMk id="35" creationId="{551CD305-44F5-21A7-1DC8-13536AC115D4}"/>
          </ac:spMkLst>
        </pc:spChg>
        <pc:spChg chg="add mod">
          <ac:chgData name="Terence Yang(楊金晶_PSZ)" userId="04050711-1c2b-4376-8c27-98d2e13849ce" providerId="ADAL" clId="{CF13A368-4EDE-4C54-A8E5-A890970F4A52}" dt="2023-06-14T02:17:19.662" v="1020"/>
          <ac:spMkLst>
            <pc:docMk/>
            <pc:sldMk cId="2692311814" sldId="621"/>
            <ac:spMk id="39" creationId="{1F3ECFF6-7E42-DEDB-266C-1324DB816DE2}"/>
          </ac:spMkLst>
        </pc:spChg>
        <pc:spChg chg="add mod">
          <ac:chgData name="Terence Yang(楊金晶_PSZ)" userId="04050711-1c2b-4376-8c27-98d2e13849ce" providerId="ADAL" clId="{CF13A368-4EDE-4C54-A8E5-A890970F4A52}" dt="2023-06-14T02:17:19.662" v="1020"/>
          <ac:spMkLst>
            <pc:docMk/>
            <pc:sldMk cId="2692311814" sldId="621"/>
            <ac:spMk id="40" creationId="{44172C21-30CF-0465-037D-99CEBE7CB9CC}"/>
          </ac:spMkLst>
        </pc:spChg>
        <pc:spChg chg="add mod">
          <ac:chgData name="Terence Yang(楊金晶_PSZ)" userId="04050711-1c2b-4376-8c27-98d2e13849ce" providerId="ADAL" clId="{CF13A368-4EDE-4C54-A8E5-A890970F4A52}" dt="2023-06-14T02:17:19.662" v="1020"/>
          <ac:spMkLst>
            <pc:docMk/>
            <pc:sldMk cId="2692311814" sldId="621"/>
            <ac:spMk id="41" creationId="{F96F0BA8-FBDF-E7D7-7BB0-A1DBC9480FDC}"/>
          </ac:spMkLst>
        </pc:spChg>
        <pc:spChg chg="add mod">
          <ac:chgData name="Terence Yang(楊金晶_PSZ)" userId="04050711-1c2b-4376-8c27-98d2e13849ce" providerId="ADAL" clId="{CF13A368-4EDE-4C54-A8E5-A890970F4A52}" dt="2023-06-14T02:17:19.662" v="1020"/>
          <ac:spMkLst>
            <pc:docMk/>
            <pc:sldMk cId="2692311814" sldId="621"/>
            <ac:spMk id="42" creationId="{A069ECC1-B511-D1D2-FDA3-7FDD668D00F6}"/>
          </ac:spMkLst>
        </pc:spChg>
        <pc:spChg chg="add mod">
          <ac:chgData name="Terence Yang(楊金晶_PSZ)" userId="04050711-1c2b-4376-8c27-98d2e13849ce" providerId="ADAL" clId="{CF13A368-4EDE-4C54-A8E5-A890970F4A52}" dt="2023-06-14T02:17:19.662" v="1020"/>
          <ac:spMkLst>
            <pc:docMk/>
            <pc:sldMk cId="2692311814" sldId="621"/>
            <ac:spMk id="43" creationId="{29752C73-D3DE-C41B-7208-5FE5733D7A72}"/>
          </ac:spMkLst>
        </pc:spChg>
        <pc:spChg chg="add mod">
          <ac:chgData name="Terence Yang(楊金晶_PSZ)" userId="04050711-1c2b-4376-8c27-98d2e13849ce" providerId="ADAL" clId="{CF13A368-4EDE-4C54-A8E5-A890970F4A52}" dt="2023-06-14T02:17:19.662" v="1020"/>
          <ac:spMkLst>
            <pc:docMk/>
            <pc:sldMk cId="2692311814" sldId="621"/>
            <ac:spMk id="44" creationId="{BB533505-16DE-D861-E7B8-850069F0DCF1}"/>
          </ac:spMkLst>
        </pc:spChg>
        <pc:grpChg chg="add del mod">
          <ac:chgData name="Terence Yang(楊金晶_PSZ)" userId="04050711-1c2b-4376-8c27-98d2e13849ce" providerId="ADAL" clId="{CF13A368-4EDE-4C54-A8E5-A890970F4A52}" dt="2023-06-14T02:17:10.770" v="1019" actId="478"/>
          <ac:grpSpMkLst>
            <pc:docMk/>
            <pc:sldMk cId="2692311814" sldId="621"/>
            <ac:grpSpMk id="14" creationId="{28BA1B89-3F37-24DA-A567-3B5D8D627F26}"/>
          </ac:grpSpMkLst>
        </pc:grpChg>
        <pc:grpChg chg="add mod">
          <ac:chgData name="Terence Yang(楊金晶_PSZ)" userId="04050711-1c2b-4376-8c27-98d2e13849ce" providerId="ADAL" clId="{CF13A368-4EDE-4C54-A8E5-A890970F4A52}" dt="2023-06-14T02:17:19.662" v="1020"/>
          <ac:grpSpMkLst>
            <pc:docMk/>
            <pc:sldMk cId="2692311814" sldId="621"/>
            <ac:grpSpMk id="34" creationId="{35AA8135-F1D2-564C-335D-743C1D17AFA9}"/>
          </ac:grpSpMkLst>
        </pc:grpChg>
        <pc:picChg chg="add del mod">
          <ac:chgData name="Terence Yang(楊金晶_PSZ)" userId="04050711-1c2b-4376-8c27-98d2e13849ce" providerId="ADAL" clId="{CF13A368-4EDE-4C54-A8E5-A890970F4A52}" dt="2023-06-14T02:17:10.770" v="1019" actId="478"/>
          <ac:picMkLst>
            <pc:docMk/>
            <pc:sldMk cId="2692311814" sldId="621"/>
            <ac:picMk id="6" creationId="{FD00D099-9172-6A46-C63B-CD31F3DDF0E1}"/>
          </ac:picMkLst>
        </pc:picChg>
        <pc:picChg chg="add del mod">
          <ac:chgData name="Terence Yang(楊金晶_PSZ)" userId="04050711-1c2b-4376-8c27-98d2e13849ce" providerId="ADAL" clId="{CF13A368-4EDE-4C54-A8E5-A890970F4A52}" dt="2023-06-14T02:17:10.770" v="1019" actId="478"/>
          <ac:picMkLst>
            <pc:docMk/>
            <pc:sldMk cId="2692311814" sldId="621"/>
            <ac:picMk id="8" creationId="{60EF4FAC-467A-9101-86A6-9C237EE9686B}"/>
          </ac:picMkLst>
        </pc:picChg>
        <pc:picChg chg="mod">
          <ac:chgData name="Terence Yang(楊金晶_PSZ)" userId="04050711-1c2b-4376-8c27-98d2e13849ce" providerId="ADAL" clId="{CF13A368-4EDE-4C54-A8E5-A890970F4A52}" dt="2023-06-14T02:16:37.949" v="1015" actId="1076"/>
          <ac:picMkLst>
            <pc:docMk/>
            <pc:sldMk cId="2692311814" sldId="621"/>
            <ac:picMk id="16" creationId="{C691B6DB-20BB-EC0A-D339-EADE5DFF98CA}"/>
          </ac:picMkLst>
        </pc:picChg>
        <pc:picChg chg="add del mod">
          <ac:chgData name="Terence Yang(楊金晶_PSZ)" userId="04050711-1c2b-4376-8c27-98d2e13849ce" providerId="ADAL" clId="{CF13A368-4EDE-4C54-A8E5-A890970F4A52}" dt="2023-06-14T02:17:10.770" v="1019" actId="478"/>
          <ac:picMkLst>
            <pc:docMk/>
            <pc:sldMk cId="2692311814" sldId="621"/>
            <ac:picMk id="17" creationId="{D66DD7D3-A3D0-015D-205F-26413DF873F9}"/>
          </ac:picMkLst>
        </pc:picChg>
        <pc:picChg chg="add del mod">
          <ac:chgData name="Terence Yang(楊金晶_PSZ)" userId="04050711-1c2b-4376-8c27-98d2e13849ce" providerId="ADAL" clId="{CF13A368-4EDE-4C54-A8E5-A890970F4A52}" dt="2023-06-14T02:17:10.770" v="1019" actId="478"/>
          <ac:picMkLst>
            <pc:docMk/>
            <pc:sldMk cId="2692311814" sldId="621"/>
            <ac:picMk id="18" creationId="{1DA2B040-669E-8094-F52A-318FD5F572DC}"/>
          </ac:picMkLst>
        </pc:picChg>
        <pc:picChg chg="add mod">
          <ac:chgData name="Terence Yang(楊金晶_PSZ)" userId="04050711-1c2b-4376-8c27-98d2e13849ce" providerId="ADAL" clId="{CF13A368-4EDE-4C54-A8E5-A890970F4A52}" dt="2023-06-14T02:17:19.662" v="1020"/>
          <ac:picMkLst>
            <pc:docMk/>
            <pc:sldMk cId="2692311814" sldId="621"/>
            <ac:picMk id="26" creationId="{4D2A1257-BE08-D873-5298-6966E6E01DC0}"/>
          </ac:picMkLst>
        </pc:picChg>
        <pc:picChg chg="add mod">
          <ac:chgData name="Terence Yang(楊金晶_PSZ)" userId="04050711-1c2b-4376-8c27-98d2e13849ce" providerId="ADAL" clId="{CF13A368-4EDE-4C54-A8E5-A890970F4A52}" dt="2023-06-14T02:17:19.662" v="1020"/>
          <ac:picMkLst>
            <pc:docMk/>
            <pc:sldMk cId="2692311814" sldId="621"/>
            <ac:picMk id="28" creationId="{0EF2048C-1D98-6616-02DD-A3C4F744CECD}"/>
          </ac:picMkLst>
        </pc:picChg>
        <pc:picChg chg="mod">
          <ac:chgData name="Terence Yang(楊金晶_PSZ)" userId="04050711-1c2b-4376-8c27-98d2e13849ce" providerId="ADAL" clId="{CF13A368-4EDE-4C54-A8E5-A890970F4A52}" dt="2023-06-14T02:17:19.662" v="1020"/>
          <ac:picMkLst>
            <pc:docMk/>
            <pc:sldMk cId="2692311814" sldId="621"/>
            <ac:picMk id="36" creationId="{77C7870B-3644-CCA4-7511-563BA823E606}"/>
          </ac:picMkLst>
        </pc:picChg>
        <pc:picChg chg="add mod">
          <ac:chgData name="Terence Yang(楊金晶_PSZ)" userId="04050711-1c2b-4376-8c27-98d2e13849ce" providerId="ADAL" clId="{CF13A368-4EDE-4C54-A8E5-A890970F4A52}" dt="2023-06-14T02:17:19.662" v="1020"/>
          <ac:picMkLst>
            <pc:docMk/>
            <pc:sldMk cId="2692311814" sldId="621"/>
            <ac:picMk id="37" creationId="{51BE2C62-DC05-FBE3-3020-35E52E576310}"/>
          </ac:picMkLst>
        </pc:picChg>
        <pc:picChg chg="add mod">
          <ac:chgData name="Terence Yang(楊金晶_PSZ)" userId="04050711-1c2b-4376-8c27-98d2e13849ce" providerId="ADAL" clId="{CF13A368-4EDE-4C54-A8E5-A890970F4A52}" dt="2023-06-14T02:17:19.662" v="1020"/>
          <ac:picMkLst>
            <pc:docMk/>
            <pc:sldMk cId="2692311814" sldId="621"/>
            <ac:picMk id="38" creationId="{C4F13908-101E-0C8D-E245-EC5FBA41ABD3}"/>
          </ac:picMkLst>
        </pc:picChg>
      </pc:sldChg>
      <pc:sldChg chg="addSp delSp modSp new mod modAnim">
        <pc:chgData name="Terence Yang(楊金晶_PSZ)" userId="04050711-1c2b-4376-8c27-98d2e13849ce" providerId="ADAL" clId="{CF13A368-4EDE-4C54-A8E5-A890970F4A52}" dt="2023-06-14T02:20:36.925" v="1036" actId="207"/>
        <pc:sldMkLst>
          <pc:docMk/>
          <pc:sldMk cId="1539307619" sldId="622"/>
        </pc:sldMkLst>
        <pc:spChg chg="del">
          <ac:chgData name="Terence Yang(楊金晶_PSZ)" userId="04050711-1c2b-4376-8c27-98d2e13849ce" providerId="ADAL" clId="{CF13A368-4EDE-4C54-A8E5-A890970F4A52}" dt="2023-06-14T02:16:50.869" v="1017" actId="478"/>
          <ac:spMkLst>
            <pc:docMk/>
            <pc:sldMk cId="1539307619" sldId="622"/>
            <ac:spMk id="2" creationId="{210C4072-10F5-AB5B-A3C4-F0088F57FD60}"/>
          </ac:spMkLst>
        </pc:spChg>
        <pc:spChg chg="del">
          <ac:chgData name="Terence Yang(楊金晶_PSZ)" userId="04050711-1c2b-4376-8c27-98d2e13849ce" providerId="ADAL" clId="{CF13A368-4EDE-4C54-A8E5-A890970F4A52}" dt="2023-06-14T02:16:50.869" v="1017" actId="478"/>
          <ac:spMkLst>
            <pc:docMk/>
            <pc:sldMk cId="1539307619" sldId="622"/>
            <ac:spMk id="3" creationId="{5CACABD3-5C9C-EA7F-AD96-A4CA68021C1C}"/>
          </ac:spMkLst>
        </pc:spChg>
        <pc:spChg chg="add 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4" creationId="{25ADDC1F-C2EE-4C8D-99E5-DAA50A75813E}"/>
          </ac:spMkLst>
        </pc:spChg>
        <pc:spChg chg="add 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8" creationId="{587026D9-24A7-A7B9-09BE-051D7962EB3B}"/>
          </ac:spMkLst>
        </pc:spChg>
        <pc:spChg chg="add 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9" creationId="{D8911ACB-2B0A-F836-7425-1436E264B0E2}"/>
          </ac:spMkLst>
        </pc:spChg>
        <pc:spChg chg="add 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10" creationId="{60638291-BCE9-52E8-9DFC-E4E303C0B8BD}"/>
          </ac:spMkLst>
        </pc:spChg>
        <pc:spChg chg="add 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11" creationId="{E07A219D-1973-B600-CCB3-F2F4C25E7076}"/>
          </ac:spMkLst>
        </pc:spChg>
        <pc:spChg chg="add 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12" creationId="{858679B0-4918-61F5-32BD-8F986167B6DB}"/>
          </ac:spMkLst>
        </pc:spChg>
        <pc:spChg chg="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14" creationId="{037E95FF-3F75-471D-0850-5D0760465C95}"/>
          </ac:spMkLst>
        </pc:spChg>
        <pc:spChg chg="add 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16" creationId="{5C3216D6-1A7E-BE87-CD07-3B642E4658D4}"/>
          </ac:spMkLst>
        </pc:spChg>
        <pc:spChg chg="add 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17" creationId="{A8C1F8A8-1A0F-C8E1-908A-8E8D56477611}"/>
          </ac:spMkLst>
        </pc:spChg>
        <pc:spChg chg="add 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18" creationId="{342211BB-83AB-0DFF-230D-494C70136E67}"/>
          </ac:spMkLst>
        </pc:spChg>
        <pc:spChg chg="add 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20" creationId="{075CFFD4-6C1E-D858-47E2-AAE4385AD2A4}"/>
          </ac:spMkLst>
        </pc:spChg>
        <pc:spChg chg="add 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21" creationId="{B4F9CD27-436C-8E41-0878-B8BE564A3C33}"/>
          </ac:spMkLst>
        </pc:spChg>
        <pc:spChg chg="add 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22" creationId="{1C77E7C8-825E-8BD4-11C3-2B849B884382}"/>
          </ac:spMkLst>
        </pc:spChg>
        <pc:spChg chg="add 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23" creationId="{C92D5FD6-A500-E2C7-7A0C-8A405B5A859F}"/>
          </ac:spMkLst>
        </pc:spChg>
        <pc:spChg chg="add 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24" creationId="{1DCA6609-0889-E6E8-F6FE-14EE7EE817B3}"/>
          </ac:spMkLst>
        </pc:spChg>
        <pc:spChg chg="add mod">
          <ac:chgData name="Terence Yang(楊金晶_PSZ)" userId="04050711-1c2b-4376-8c27-98d2e13849ce" providerId="ADAL" clId="{CF13A368-4EDE-4C54-A8E5-A890970F4A52}" dt="2023-06-14T02:17:06.686" v="1018"/>
          <ac:spMkLst>
            <pc:docMk/>
            <pc:sldMk cId="1539307619" sldId="622"/>
            <ac:spMk id="25" creationId="{9F1A6FD5-80E6-97C9-AFB7-D3F426CD64D9}"/>
          </ac:spMkLst>
        </pc:spChg>
        <pc:spChg chg="add mod">
          <ac:chgData name="Terence Yang(楊金晶_PSZ)" userId="04050711-1c2b-4376-8c27-98d2e13849ce" providerId="ADAL" clId="{CF13A368-4EDE-4C54-A8E5-A890970F4A52}" dt="2023-06-14T02:20:36.925" v="1036" actId="207"/>
          <ac:spMkLst>
            <pc:docMk/>
            <pc:sldMk cId="1539307619" sldId="622"/>
            <ac:spMk id="26" creationId="{FA98066C-8DED-72E2-4392-EE345640893F}"/>
          </ac:spMkLst>
        </pc:spChg>
        <pc:grpChg chg="add mod">
          <ac:chgData name="Terence Yang(楊金晶_PSZ)" userId="04050711-1c2b-4376-8c27-98d2e13849ce" providerId="ADAL" clId="{CF13A368-4EDE-4C54-A8E5-A890970F4A52}" dt="2023-06-14T02:17:06.686" v="1018"/>
          <ac:grpSpMkLst>
            <pc:docMk/>
            <pc:sldMk cId="1539307619" sldId="622"/>
            <ac:grpSpMk id="13" creationId="{B94FCEA8-16F9-5DEC-9A95-30DEDBC6D0E1}"/>
          </ac:grpSpMkLst>
        </pc:grpChg>
        <pc:picChg chg="add mod">
          <ac:chgData name="Terence Yang(楊金晶_PSZ)" userId="04050711-1c2b-4376-8c27-98d2e13849ce" providerId="ADAL" clId="{CF13A368-4EDE-4C54-A8E5-A890970F4A52}" dt="2023-06-14T02:17:06.686" v="1018"/>
          <ac:picMkLst>
            <pc:docMk/>
            <pc:sldMk cId="1539307619" sldId="622"/>
            <ac:picMk id="5" creationId="{32CED029-8FA6-860B-44EB-D9F55A1CF471}"/>
          </ac:picMkLst>
        </pc:picChg>
        <pc:picChg chg="add mod">
          <ac:chgData name="Terence Yang(楊金晶_PSZ)" userId="04050711-1c2b-4376-8c27-98d2e13849ce" providerId="ADAL" clId="{CF13A368-4EDE-4C54-A8E5-A890970F4A52}" dt="2023-06-14T02:17:06.686" v="1018"/>
          <ac:picMkLst>
            <pc:docMk/>
            <pc:sldMk cId="1539307619" sldId="622"/>
            <ac:picMk id="6" creationId="{D5E4EDBE-4EC0-1616-D98E-4E965898D825}"/>
          </ac:picMkLst>
        </pc:picChg>
        <pc:picChg chg="add mod">
          <ac:chgData name="Terence Yang(楊金晶_PSZ)" userId="04050711-1c2b-4376-8c27-98d2e13849ce" providerId="ADAL" clId="{CF13A368-4EDE-4C54-A8E5-A890970F4A52}" dt="2023-06-14T02:17:06.686" v="1018"/>
          <ac:picMkLst>
            <pc:docMk/>
            <pc:sldMk cId="1539307619" sldId="622"/>
            <ac:picMk id="7" creationId="{088EAD96-59A4-1672-907C-F306A590EBFE}"/>
          </ac:picMkLst>
        </pc:picChg>
        <pc:picChg chg="mod">
          <ac:chgData name="Terence Yang(楊金晶_PSZ)" userId="04050711-1c2b-4376-8c27-98d2e13849ce" providerId="ADAL" clId="{CF13A368-4EDE-4C54-A8E5-A890970F4A52}" dt="2023-06-14T02:17:06.686" v="1018"/>
          <ac:picMkLst>
            <pc:docMk/>
            <pc:sldMk cId="1539307619" sldId="622"/>
            <ac:picMk id="15" creationId="{31B5861E-B11E-2ED5-8EF2-BE86E83B1FE4}"/>
          </ac:picMkLst>
        </pc:picChg>
        <pc:picChg chg="add mod">
          <ac:chgData name="Terence Yang(楊金晶_PSZ)" userId="04050711-1c2b-4376-8c27-98d2e13849ce" providerId="ADAL" clId="{CF13A368-4EDE-4C54-A8E5-A890970F4A52}" dt="2023-06-14T02:17:06.686" v="1018"/>
          <ac:picMkLst>
            <pc:docMk/>
            <pc:sldMk cId="1539307619" sldId="622"/>
            <ac:picMk id="19" creationId="{81BD0A5F-8177-7EDD-DF16-9FED62346494}"/>
          </ac:picMkLst>
        </pc:picChg>
      </pc:sldChg>
      <pc:sldChg chg="addSp delSp modSp new mod modAnim">
        <pc:chgData name="Terence Yang(楊金晶_PSZ)" userId="04050711-1c2b-4376-8c27-98d2e13849ce" providerId="ADAL" clId="{CF13A368-4EDE-4C54-A8E5-A890970F4A52}" dt="2023-06-14T02:24:07.200" v="1067" actId="1076"/>
        <pc:sldMkLst>
          <pc:docMk/>
          <pc:sldMk cId="4291796588" sldId="623"/>
        </pc:sldMkLst>
        <pc:spChg chg="del">
          <ac:chgData name="Terence Yang(楊金晶_PSZ)" userId="04050711-1c2b-4376-8c27-98d2e13849ce" providerId="ADAL" clId="{CF13A368-4EDE-4C54-A8E5-A890970F4A52}" dt="2023-06-14T02:17:24.142" v="1023" actId="478"/>
          <ac:spMkLst>
            <pc:docMk/>
            <pc:sldMk cId="4291796588" sldId="623"/>
            <ac:spMk id="2" creationId="{24AC6D6D-D21D-3A0F-D6BE-29C3345DA5C1}"/>
          </ac:spMkLst>
        </pc:spChg>
        <pc:spChg chg="del mod">
          <ac:chgData name="Terence Yang(楊金晶_PSZ)" userId="04050711-1c2b-4376-8c27-98d2e13849ce" providerId="ADAL" clId="{CF13A368-4EDE-4C54-A8E5-A890970F4A52}" dt="2023-06-14T02:17:24.142" v="1023" actId="478"/>
          <ac:spMkLst>
            <pc:docMk/>
            <pc:sldMk cId="4291796588" sldId="623"/>
            <ac:spMk id="3" creationId="{DF9737D4-C980-4B8A-CB4B-7DB3053BE503}"/>
          </ac:spMkLst>
        </pc:spChg>
        <pc:spChg chg="add del mod">
          <ac:chgData name="Terence Yang(楊金晶_PSZ)" userId="04050711-1c2b-4376-8c27-98d2e13849ce" providerId="ADAL" clId="{CF13A368-4EDE-4C54-A8E5-A890970F4A52}" dt="2023-06-14T02:18:13.540" v="1025" actId="478"/>
          <ac:spMkLst>
            <pc:docMk/>
            <pc:sldMk cId="4291796588" sldId="623"/>
            <ac:spMk id="4" creationId="{448CA1BF-1488-184C-D7AF-931710D8B5D9}"/>
          </ac:spMkLst>
        </pc:spChg>
        <pc:spChg chg="add del mod">
          <ac:chgData name="Terence Yang(楊金晶_PSZ)" userId="04050711-1c2b-4376-8c27-98d2e13849ce" providerId="ADAL" clId="{CF13A368-4EDE-4C54-A8E5-A890970F4A52}" dt="2023-06-14T02:18:13.540" v="1025" actId="478"/>
          <ac:spMkLst>
            <pc:docMk/>
            <pc:sldMk cId="4291796588" sldId="623"/>
            <ac:spMk id="8" creationId="{94DC2467-F572-23DB-1505-A22875BB2B64}"/>
          </ac:spMkLst>
        </pc:spChg>
        <pc:spChg chg="add del mod">
          <ac:chgData name="Terence Yang(楊金晶_PSZ)" userId="04050711-1c2b-4376-8c27-98d2e13849ce" providerId="ADAL" clId="{CF13A368-4EDE-4C54-A8E5-A890970F4A52}" dt="2023-06-14T02:18:13.540" v="1025" actId="478"/>
          <ac:spMkLst>
            <pc:docMk/>
            <pc:sldMk cId="4291796588" sldId="623"/>
            <ac:spMk id="9" creationId="{89D6BF30-66E5-57FE-4C52-AA96DA3D56EE}"/>
          </ac:spMkLst>
        </pc:spChg>
        <pc:spChg chg="add del mod">
          <ac:chgData name="Terence Yang(楊金晶_PSZ)" userId="04050711-1c2b-4376-8c27-98d2e13849ce" providerId="ADAL" clId="{CF13A368-4EDE-4C54-A8E5-A890970F4A52}" dt="2023-06-14T02:18:13.540" v="1025" actId="478"/>
          <ac:spMkLst>
            <pc:docMk/>
            <pc:sldMk cId="4291796588" sldId="623"/>
            <ac:spMk id="10" creationId="{7A925687-B765-F75E-A336-7E5B9347ACFE}"/>
          </ac:spMkLst>
        </pc:spChg>
        <pc:spChg chg="add del mod">
          <ac:chgData name="Terence Yang(楊金晶_PSZ)" userId="04050711-1c2b-4376-8c27-98d2e13849ce" providerId="ADAL" clId="{CF13A368-4EDE-4C54-A8E5-A890970F4A52}" dt="2023-06-14T02:18:13.540" v="1025" actId="478"/>
          <ac:spMkLst>
            <pc:docMk/>
            <pc:sldMk cId="4291796588" sldId="623"/>
            <ac:spMk id="11" creationId="{675E4B4E-7E19-4C7D-6FF1-9E3C549A8EB4}"/>
          </ac:spMkLst>
        </pc:spChg>
        <pc:spChg chg="add del mod">
          <ac:chgData name="Terence Yang(楊金晶_PSZ)" userId="04050711-1c2b-4376-8c27-98d2e13849ce" providerId="ADAL" clId="{CF13A368-4EDE-4C54-A8E5-A890970F4A52}" dt="2023-06-14T02:18:13.540" v="1025" actId="478"/>
          <ac:spMkLst>
            <pc:docMk/>
            <pc:sldMk cId="4291796588" sldId="623"/>
            <ac:spMk id="12" creationId="{EE35A718-2334-CCE6-A5FE-6C3678DB8794}"/>
          </ac:spMkLst>
        </pc:spChg>
        <pc:spChg chg="mod">
          <ac:chgData name="Terence Yang(楊金晶_PSZ)" userId="04050711-1c2b-4376-8c27-98d2e13849ce" providerId="ADAL" clId="{CF13A368-4EDE-4C54-A8E5-A890970F4A52}" dt="2023-06-14T02:17:32.955" v="1024"/>
          <ac:spMkLst>
            <pc:docMk/>
            <pc:sldMk cId="4291796588" sldId="623"/>
            <ac:spMk id="14" creationId="{A7E97A79-CF0E-CB83-29B0-862DCDBB1306}"/>
          </ac:spMkLst>
        </pc:spChg>
        <pc:spChg chg="add del mod">
          <ac:chgData name="Terence Yang(楊金晶_PSZ)" userId="04050711-1c2b-4376-8c27-98d2e13849ce" providerId="ADAL" clId="{CF13A368-4EDE-4C54-A8E5-A890970F4A52}" dt="2023-06-14T02:18:13.540" v="1025" actId="478"/>
          <ac:spMkLst>
            <pc:docMk/>
            <pc:sldMk cId="4291796588" sldId="623"/>
            <ac:spMk id="16" creationId="{BA165793-3DA6-38A4-CE3E-797429F42DF0}"/>
          </ac:spMkLst>
        </pc:spChg>
        <pc:spChg chg="add del mod">
          <ac:chgData name="Terence Yang(楊金晶_PSZ)" userId="04050711-1c2b-4376-8c27-98d2e13849ce" providerId="ADAL" clId="{CF13A368-4EDE-4C54-A8E5-A890970F4A52}" dt="2023-06-14T02:18:13.540" v="1025" actId="478"/>
          <ac:spMkLst>
            <pc:docMk/>
            <pc:sldMk cId="4291796588" sldId="623"/>
            <ac:spMk id="17" creationId="{AC4B4BD4-C717-3463-E1AB-738CE0D5BA8D}"/>
          </ac:spMkLst>
        </pc:spChg>
        <pc:spChg chg="add del mod">
          <ac:chgData name="Terence Yang(楊金晶_PSZ)" userId="04050711-1c2b-4376-8c27-98d2e13849ce" providerId="ADAL" clId="{CF13A368-4EDE-4C54-A8E5-A890970F4A52}" dt="2023-06-14T02:18:13.540" v="1025" actId="478"/>
          <ac:spMkLst>
            <pc:docMk/>
            <pc:sldMk cId="4291796588" sldId="623"/>
            <ac:spMk id="18" creationId="{35CF8651-753A-E9B5-77F0-C65A868AE24E}"/>
          </ac:spMkLst>
        </pc:spChg>
        <pc:spChg chg="add del mod">
          <ac:chgData name="Terence Yang(楊金晶_PSZ)" userId="04050711-1c2b-4376-8c27-98d2e13849ce" providerId="ADAL" clId="{CF13A368-4EDE-4C54-A8E5-A890970F4A52}" dt="2023-06-14T02:18:13.540" v="1025" actId="478"/>
          <ac:spMkLst>
            <pc:docMk/>
            <pc:sldMk cId="4291796588" sldId="623"/>
            <ac:spMk id="20" creationId="{998087EC-6060-7DF0-20EE-F25F1710F0C8}"/>
          </ac:spMkLst>
        </pc:spChg>
        <pc:spChg chg="add del mod">
          <ac:chgData name="Terence Yang(楊金晶_PSZ)" userId="04050711-1c2b-4376-8c27-98d2e13849ce" providerId="ADAL" clId="{CF13A368-4EDE-4C54-A8E5-A890970F4A52}" dt="2023-06-14T02:18:13.540" v="1025" actId="478"/>
          <ac:spMkLst>
            <pc:docMk/>
            <pc:sldMk cId="4291796588" sldId="623"/>
            <ac:spMk id="21" creationId="{931C4361-EFE2-7CBB-584B-EC3BA076AA99}"/>
          </ac:spMkLst>
        </pc:spChg>
        <pc:spChg chg="add del mod">
          <ac:chgData name="Terence Yang(楊金晶_PSZ)" userId="04050711-1c2b-4376-8c27-98d2e13849ce" providerId="ADAL" clId="{CF13A368-4EDE-4C54-A8E5-A890970F4A52}" dt="2023-06-14T02:18:13.540" v="1025" actId="478"/>
          <ac:spMkLst>
            <pc:docMk/>
            <pc:sldMk cId="4291796588" sldId="623"/>
            <ac:spMk id="22" creationId="{B824D843-AD8F-4F75-DD99-1234F7BEC567}"/>
          </ac:spMkLst>
        </pc:spChg>
        <pc:spChg chg="add del mod">
          <ac:chgData name="Terence Yang(楊金晶_PSZ)" userId="04050711-1c2b-4376-8c27-98d2e13849ce" providerId="ADAL" clId="{CF13A368-4EDE-4C54-A8E5-A890970F4A52}" dt="2023-06-14T02:18:13.540" v="1025" actId="478"/>
          <ac:spMkLst>
            <pc:docMk/>
            <pc:sldMk cId="4291796588" sldId="623"/>
            <ac:spMk id="23" creationId="{B007495D-5840-63A1-824E-5F3F5CE75765}"/>
          </ac:spMkLst>
        </pc:spChg>
        <pc:spChg chg="add del mod">
          <ac:chgData name="Terence Yang(楊金晶_PSZ)" userId="04050711-1c2b-4376-8c27-98d2e13849ce" providerId="ADAL" clId="{CF13A368-4EDE-4C54-A8E5-A890970F4A52}" dt="2023-06-14T02:18:13.540" v="1025" actId="478"/>
          <ac:spMkLst>
            <pc:docMk/>
            <pc:sldMk cId="4291796588" sldId="623"/>
            <ac:spMk id="24" creationId="{0ECBAA22-9100-8355-6823-3843B63CCDCD}"/>
          </ac:spMkLst>
        </pc:spChg>
        <pc:spChg chg="add del mod">
          <ac:chgData name="Terence Yang(楊金晶_PSZ)" userId="04050711-1c2b-4376-8c27-98d2e13849ce" providerId="ADAL" clId="{CF13A368-4EDE-4C54-A8E5-A890970F4A52}" dt="2023-06-14T02:18:13.540" v="1025" actId="478"/>
          <ac:spMkLst>
            <pc:docMk/>
            <pc:sldMk cId="4291796588" sldId="623"/>
            <ac:spMk id="25" creationId="{EBF87BC4-1F57-A86A-F731-671AB4082C4E}"/>
          </ac:spMkLst>
        </pc:spChg>
        <pc:spChg chg="add del mod">
          <ac:chgData name="Terence Yang(楊金晶_PSZ)" userId="04050711-1c2b-4376-8c27-98d2e13849ce" providerId="ADAL" clId="{CF13A368-4EDE-4C54-A8E5-A890970F4A52}" dt="2023-06-14T02:19:38.344" v="1029" actId="478"/>
          <ac:spMkLst>
            <pc:docMk/>
            <pc:sldMk cId="4291796588" sldId="623"/>
            <ac:spMk id="27" creationId="{A02EACAA-A953-203C-27FE-F7E07F61B59E}"/>
          </ac:spMkLst>
        </pc:spChg>
        <pc:spChg chg="add 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29" creationId="{C49DB4C8-A845-340D-3872-1BF084E4E572}"/>
          </ac:spMkLst>
        </pc:spChg>
        <pc:spChg chg="add 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30" creationId="{99C51AAE-F4E3-E86C-1766-2AD423416A77}"/>
          </ac:spMkLst>
        </pc:spChg>
        <pc:spChg chg="add 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31" creationId="{93520E29-4F42-BB7B-43CD-076B2E613FE2}"/>
          </ac:spMkLst>
        </pc:spChg>
        <pc:spChg chg="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33" creationId="{21F52C6D-8482-5655-9DD9-9B99C53A469E}"/>
          </ac:spMkLst>
        </pc:spChg>
        <pc:spChg chg="add mod">
          <ac:chgData name="Terence Yang(楊金晶_PSZ)" userId="04050711-1c2b-4376-8c27-98d2e13849ce" providerId="ADAL" clId="{CF13A368-4EDE-4C54-A8E5-A890970F4A52}" dt="2023-06-14T02:22:23.544" v="1059" actId="14861"/>
          <ac:spMkLst>
            <pc:docMk/>
            <pc:sldMk cId="4291796588" sldId="623"/>
            <ac:spMk id="35" creationId="{8B428BBF-03E5-326C-615E-D6E0F7D05307}"/>
          </ac:spMkLst>
        </pc:spChg>
        <pc:spChg chg="add mod">
          <ac:chgData name="Terence Yang(楊金晶_PSZ)" userId="04050711-1c2b-4376-8c27-98d2e13849ce" providerId="ADAL" clId="{CF13A368-4EDE-4C54-A8E5-A890970F4A52}" dt="2023-06-14T02:22:23.544" v="1059" actId="14861"/>
          <ac:spMkLst>
            <pc:docMk/>
            <pc:sldMk cId="4291796588" sldId="623"/>
            <ac:spMk id="36" creationId="{43FD38F4-4670-6F13-4D5A-E4AAD0F83600}"/>
          </ac:spMkLst>
        </pc:spChg>
        <pc:spChg chg="add mod">
          <ac:chgData name="Terence Yang(楊金晶_PSZ)" userId="04050711-1c2b-4376-8c27-98d2e13849ce" providerId="ADAL" clId="{CF13A368-4EDE-4C54-A8E5-A890970F4A52}" dt="2023-06-14T02:22:23.544" v="1059" actId="14861"/>
          <ac:spMkLst>
            <pc:docMk/>
            <pc:sldMk cId="4291796588" sldId="623"/>
            <ac:spMk id="37" creationId="{CC67AE95-6F24-75EA-77E6-1556498BA340}"/>
          </ac:spMkLst>
        </pc:spChg>
        <pc:spChg chg="add 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40" creationId="{CDF52890-423B-E0C8-18E9-C81AA36AB02D}"/>
          </ac:spMkLst>
        </pc:spChg>
        <pc:spChg chg="add 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42" creationId="{B3C53985-CD7A-56C6-FC19-A2643A6EBB69}"/>
          </ac:spMkLst>
        </pc:spChg>
        <pc:spChg chg="add 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43" creationId="{E3FF4B38-B684-61DF-89B0-C45FA471F90B}"/>
          </ac:spMkLst>
        </pc:spChg>
        <pc:spChg chg="add 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44" creationId="{1489B17E-0A1C-4504-18AD-9BECF5242645}"/>
          </ac:spMkLst>
        </pc:spChg>
        <pc:spChg chg="add 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45" creationId="{075842E4-F1F8-2829-C08C-87B87B42AAFD}"/>
          </ac:spMkLst>
        </pc:spChg>
        <pc:spChg chg="add 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46" creationId="{7EC69BB5-872B-22CC-18DC-D0880510CD7A}"/>
          </ac:spMkLst>
        </pc:spChg>
        <pc:spChg chg="add 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47" creationId="{09903CDC-8D2E-DE75-A99F-EA3731A2A83C}"/>
          </ac:spMkLst>
        </pc:spChg>
        <pc:spChg chg="add 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48" creationId="{2ECEB696-9F28-3C00-091B-7B5F96FC8BF3}"/>
          </ac:spMkLst>
        </pc:spChg>
        <pc:spChg chg="add 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49" creationId="{EF386601-1A36-7D14-D25B-1E8E03A917C7}"/>
          </ac:spMkLst>
        </pc:spChg>
        <pc:spChg chg="add 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50" creationId="{18EFD26C-5BAB-55E6-E597-82F1BBCC6B5C}"/>
          </ac:spMkLst>
        </pc:spChg>
        <pc:spChg chg="add 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51" creationId="{FE2633D6-27DE-E781-42E6-19C49761F4D7}"/>
          </ac:spMkLst>
        </pc:spChg>
        <pc:spChg chg="add mod">
          <ac:chgData name="Terence Yang(楊金晶_PSZ)" userId="04050711-1c2b-4376-8c27-98d2e13849ce" providerId="ADAL" clId="{CF13A368-4EDE-4C54-A8E5-A890970F4A52}" dt="2023-06-14T02:24:07.200" v="1067" actId="1076"/>
          <ac:spMkLst>
            <pc:docMk/>
            <pc:sldMk cId="4291796588" sldId="623"/>
            <ac:spMk id="52" creationId="{EF3F66A3-AAC2-49E7-9FF3-9602BA1D0B1E}"/>
          </ac:spMkLst>
        </pc:spChg>
        <pc:spChg chg="add mod">
          <ac:chgData name="Terence Yang(楊金晶_PSZ)" userId="04050711-1c2b-4376-8c27-98d2e13849ce" providerId="ADAL" clId="{CF13A368-4EDE-4C54-A8E5-A890970F4A52}" dt="2023-06-14T02:21:19.943" v="1041"/>
          <ac:spMkLst>
            <pc:docMk/>
            <pc:sldMk cId="4291796588" sldId="623"/>
            <ac:spMk id="53" creationId="{BABF8663-E661-C937-F23A-EB187562F1AD}"/>
          </ac:spMkLst>
        </pc:spChg>
        <pc:grpChg chg="add del mod">
          <ac:chgData name="Terence Yang(楊金晶_PSZ)" userId="04050711-1c2b-4376-8c27-98d2e13849ce" providerId="ADAL" clId="{CF13A368-4EDE-4C54-A8E5-A890970F4A52}" dt="2023-06-14T02:18:13.540" v="1025" actId="478"/>
          <ac:grpSpMkLst>
            <pc:docMk/>
            <pc:sldMk cId="4291796588" sldId="623"/>
            <ac:grpSpMk id="13" creationId="{5F9B45DA-1E6C-9494-FF42-C8D4E06F3ED7}"/>
          </ac:grpSpMkLst>
        </pc:grpChg>
        <pc:grpChg chg="add mod">
          <ac:chgData name="Terence Yang(楊金晶_PSZ)" userId="04050711-1c2b-4376-8c27-98d2e13849ce" providerId="ADAL" clId="{CF13A368-4EDE-4C54-A8E5-A890970F4A52}" dt="2023-06-14T02:24:07.200" v="1067" actId="1076"/>
          <ac:grpSpMkLst>
            <pc:docMk/>
            <pc:sldMk cId="4291796588" sldId="623"/>
            <ac:grpSpMk id="32" creationId="{5A7BFD9E-CEC0-85AB-8CD4-CB0F64A27258}"/>
          </ac:grpSpMkLst>
        </pc:grpChg>
        <pc:picChg chg="add del mod">
          <ac:chgData name="Terence Yang(楊金晶_PSZ)" userId="04050711-1c2b-4376-8c27-98d2e13849ce" providerId="ADAL" clId="{CF13A368-4EDE-4C54-A8E5-A890970F4A52}" dt="2023-06-14T02:18:13.540" v="1025" actId="478"/>
          <ac:picMkLst>
            <pc:docMk/>
            <pc:sldMk cId="4291796588" sldId="623"/>
            <ac:picMk id="5" creationId="{D80EE16B-3F4A-2A4F-E8F7-6DDD2759A5A4}"/>
          </ac:picMkLst>
        </pc:picChg>
        <pc:picChg chg="add del mod">
          <ac:chgData name="Terence Yang(楊金晶_PSZ)" userId="04050711-1c2b-4376-8c27-98d2e13849ce" providerId="ADAL" clId="{CF13A368-4EDE-4C54-A8E5-A890970F4A52}" dt="2023-06-14T02:18:13.540" v="1025" actId="478"/>
          <ac:picMkLst>
            <pc:docMk/>
            <pc:sldMk cId="4291796588" sldId="623"/>
            <ac:picMk id="6" creationId="{CA6CFF8C-EECF-F6AA-D742-401241054207}"/>
          </ac:picMkLst>
        </pc:picChg>
        <pc:picChg chg="add del mod">
          <ac:chgData name="Terence Yang(楊金晶_PSZ)" userId="04050711-1c2b-4376-8c27-98d2e13849ce" providerId="ADAL" clId="{CF13A368-4EDE-4C54-A8E5-A890970F4A52}" dt="2023-06-14T02:18:13.540" v="1025" actId="478"/>
          <ac:picMkLst>
            <pc:docMk/>
            <pc:sldMk cId="4291796588" sldId="623"/>
            <ac:picMk id="7" creationId="{3ED2AD14-59C3-CF36-F533-D3EE4B1B4671}"/>
          </ac:picMkLst>
        </pc:picChg>
        <pc:picChg chg="mod">
          <ac:chgData name="Terence Yang(楊金晶_PSZ)" userId="04050711-1c2b-4376-8c27-98d2e13849ce" providerId="ADAL" clId="{CF13A368-4EDE-4C54-A8E5-A890970F4A52}" dt="2023-06-14T02:17:32.955" v="1024"/>
          <ac:picMkLst>
            <pc:docMk/>
            <pc:sldMk cId="4291796588" sldId="623"/>
            <ac:picMk id="15" creationId="{B9C48141-291E-F43F-153A-6B951D924A8B}"/>
          </ac:picMkLst>
        </pc:picChg>
        <pc:picChg chg="add del mod">
          <ac:chgData name="Terence Yang(楊金晶_PSZ)" userId="04050711-1c2b-4376-8c27-98d2e13849ce" providerId="ADAL" clId="{CF13A368-4EDE-4C54-A8E5-A890970F4A52}" dt="2023-06-14T02:18:13.540" v="1025" actId="478"/>
          <ac:picMkLst>
            <pc:docMk/>
            <pc:sldMk cId="4291796588" sldId="623"/>
            <ac:picMk id="19" creationId="{E8EC29D0-9F28-4A30-4219-556D9E9D8437}"/>
          </ac:picMkLst>
        </pc:picChg>
        <pc:picChg chg="add mod">
          <ac:chgData name="Terence Yang(楊金晶_PSZ)" userId="04050711-1c2b-4376-8c27-98d2e13849ce" providerId="ADAL" clId="{CF13A368-4EDE-4C54-A8E5-A890970F4A52}" dt="2023-06-14T02:24:07.200" v="1067" actId="1076"/>
          <ac:picMkLst>
            <pc:docMk/>
            <pc:sldMk cId="4291796588" sldId="623"/>
            <ac:picMk id="26" creationId="{245EE231-38FE-BF35-2EC0-D0CDB9309456}"/>
          </ac:picMkLst>
        </pc:picChg>
        <pc:picChg chg="mod">
          <ac:chgData name="Terence Yang(楊金晶_PSZ)" userId="04050711-1c2b-4376-8c27-98d2e13849ce" providerId="ADAL" clId="{CF13A368-4EDE-4C54-A8E5-A890970F4A52}" dt="2023-06-14T02:24:07.200" v="1067" actId="1076"/>
          <ac:picMkLst>
            <pc:docMk/>
            <pc:sldMk cId="4291796588" sldId="623"/>
            <ac:picMk id="34" creationId="{37554C63-06A2-38B1-CD90-F54D97993564}"/>
          </ac:picMkLst>
        </pc:picChg>
        <pc:picChg chg="add mod">
          <ac:chgData name="Terence Yang(楊金晶_PSZ)" userId="04050711-1c2b-4376-8c27-98d2e13849ce" providerId="ADAL" clId="{CF13A368-4EDE-4C54-A8E5-A890970F4A52}" dt="2023-06-14T02:24:07.200" v="1067" actId="1076"/>
          <ac:picMkLst>
            <pc:docMk/>
            <pc:sldMk cId="4291796588" sldId="623"/>
            <ac:picMk id="38" creationId="{08AD9C38-D2D8-8E78-CEB5-9D455FBCF624}"/>
          </ac:picMkLst>
        </pc:picChg>
        <pc:picChg chg="add mod">
          <ac:chgData name="Terence Yang(楊金晶_PSZ)" userId="04050711-1c2b-4376-8c27-98d2e13849ce" providerId="ADAL" clId="{CF13A368-4EDE-4C54-A8E5-A890970F4A52}" dt="2023-06-14T02:24:07.200" v="1067" actId="1076"/>
          <ac:picMkLst>
            <pc:docMk/>
            <pc:sldMk cId="4291796588" sldId="623"/>
            <ac:picMk id="39" creationId="{7D00BD85-1646-1094-E83B-C0718649928C}"/>
          </ac:picMkLst>
        </pc:picChg>
        <pc:picChg chg="add mod">
          <ac:chgData name="Terence Yang(楊金晶_PSZ)" userId="04050711-1c2b-4376-8c27-98d2e13849ce" providerId="ADAL" clId="{CF13A368-4EDE-4C54-A8E5-A890970F4A52}" dt="2023-06-14T02:24:07.200" v="1067" actId="1076"/>
          <ac:picMkLst>
            <pc:docMk/>
            <pc:sldMk cId="4291796588" sldId="623"/>
            <ac:picMk id="41" creationId="{E5199851-C789-D90E-D8B4-28494D608076}"/>
          </ac:picMkLst>
        </pc:picChg>
        <pc:cxnChg chg="add del mod">
          <ac:chgData name="Terence Yang(楊金晶_PSZ)" userId="04050711-1c2b-4376-8c27-98d2e13849ce" providerId="ADAL" clId="{CF13A368-4EDE-4C54-A8E5-A890970F4A52}" dt="2023-06-14T02:19:35.937" v="1028" actId="478"/>
          <ac:cxnSpMkLst>
            <pc:docMk/>
            <pc:sldMk cId="4291796588" sldId="623"/>
            <ac:cxnSpMk id="28" creationId="{C2B91470-F19D-F7B5-0111-C0D20905F60B}"/>
          </ac:cxnSpMkLst>
        </pc:cxnChg>
      </pc:sldChg>
      <pc:sldChg chg="addSp delSp modSp new mod">
        <pc:chgData name="Terence Yang(楊金晶_PSZ)" userId="04050711-1c2b-4376-8c27-98d2e13849ce" providerId="ADAL" clId="{CF13A368-4EDE-4C54-A8E5-A890970F4A52}" dt="2023-06-14T03:43:59.870" v="1489" actId="404"/>
        <pc:sldMkLst>
          <pc:docMk/>
          <pc:sldMk cId="3334198366" sldId="624"/>
        </pc:sldMkLst>
        <pc:spChg chg="del">
          <ac:chgData name="Terence Yang(楊金晶_PSZ)" userId="04050711-1c2b-4376-8c27-98d2e13849ce" providerId="ADAL" clId="{CF13A368-4EDE-4C54-A8E5-A890970F4A52}" dt="2023-06-14T02:24:42.007" v="1069" actId="478"/>
          <ac:spMkLst>
            <pc:docMk/>
            <pc:sldMk cId="3334198366" sldId="624"/>
            <ac:spMk id="2" creationId="{0FFA5D55-9DF9-8A2B-EB59-A0C8CBB2D6BD}"/>
          </ac:spMkLst>
        </pc:spChg>
        <pc:spChg chg="del">
          <ac:chgData name="Terence Yang(楊金晶_PSZ)" userId="04050711-1c2b-4376-8c27-98d2e13849ce" providerId="ADAL" clId="{CF13A368-4EDE-4C54-A8E5-A890970F4A52}" dt="2023-06-14T02:24:42.007" v="1069" actId="478"/>
          <ac:spMkLst>
            <pc:docMk/>
            <pc:sldMk cId="3334198366" sldId="624"/>
            <ac:spMk id="3" creationId="{D179BE39-BAFA-30D9-D163-31844D416724}"/>
          </ac:spMkLst>
        </pc:spChg>
        <pc:spChg chg="add mod">
          <ac:chgData name="Terence Yang(楊金晶_PSZ)" userId="04050711-1c2b-4376-8c27-98d2e13849ce" providerId="ADAL" clId="{CF13A368-4EDE-4C54-A8E5-A890970F4A52}" dt="2023-06-14T03:43:59.870" v="1489" actId="404"/>
          <ac:spMkLst>
            <pc:docMk/>
            <pc:sldMk cId="3334198366" sldId="624"/>
            <ac:spMk id="4" creationId="{FDBF7B2D-B23D-72FE-AC84-D17A05D23427}"/>
          </ac:spMkLst>
        </pc:spChg>
        <pc:spChg chg="add del mod">
          <ac:chgData name="Terence Yang(楊金晶_PSZ)" userId="04050711-1c2b-4376-8c27-98d2e13849ce" providerId="ADAL" clId="{CF13A368-4EDE-4C54-A8E5-A890970F4A52}" dt="2023-06-14T03:11:40.447" v="1368" actId="478"/>
          <ac:spMkLst>
            <pc:docMk/>
            <pc:sldMk cId="3334198366" sldId="624"/>
            <ac:spMk id="5" creationId="{1462E01D-79EF-1A86-9BC9-69862D934457}"/>
          </ac:spMkLst>
        </pc:spChg>
      </pc:sldChg>
      <pc:sldChg chg="modSp add mod">
        <pc:chgData name="Terence Yang(楊金晶_PSZ)" userId="04050711-1c2b-4376-8c27-98d2e13849ce" providerId="ADAL" clId="{CF13A368-4EDE-4C54-A8E5-A890970F4A52}" dt="2023-06-14T03:41:58.479" v="1481" actId="404"/>
        <pc:sldMkLst>
          <pc:docMk/>
          <pc:sldMk cId="435674566" sldId="625"/>
        </pc:sldMkLst>
        <pc:spChg chg="mod">
          <ac:chgData name="Terence Yang(楊金晶_PSZ)" userId="04050711-1c2b-4376-8c27-98d2e13849ce" providerId="ADAL" clId="{CF13A368-4EDE-4C54-A8E5-A890970F4A52}" dt="2023-06-14T03:41:58.479" v="1481" actId="404"/>
          <ac:spMkLst>
            <pc:docMk/>
            <pc:sldMk cId="435674566" sldId="625"/>
            <ac:spMk id="2" creationId="{00000000-0000-0000-0000-000000000000}"/>
          </ac:spMkLst>
        </pc:spChg>
      </pc:sldChg>
      <pc:sldChg chg="new del">
        <pc:chgData name="Terence Yang(楊金晶_PSZ)" userId="04050711-1c2b-4376-8c27-98d2e13849ce" providerId="ADAL" clId="{CF13A368-4EDE-4C54-A8E5-A890970F4A52}" dt="2023-06-14T02:41:47.569" v="1159" actId="2696"/>
        <pc:sldMkLst>
          <pc:docMk/>
          <pc:sldMk cId="4153472206" sldId="625"/>
        </pc:sldMkLst>
      </pc:sldChg>
      <pc:sldChg chg="new del">
        <pc:chgData name="Terence Yang(楊金晶_PSZ)" userId="04050711-1c2b-4376-8c27-98d2e13849ce" providerId="ADAL" clId="{CF13A368-4EDE-4C54-A8E5-A890970F4A52}" dt="2023-06-14T02:42:07.609" v="1161" actId="680"/>
        <pc:sldMkLst>
          <pc:docMk/>
          <pc:sldMk cId="4240106365" sldId="625"/>
        </pc:sldMkLst>
      </pc:sldChg>
      <pc:sldChg chg="add del">
        <pc:chgData name="Terence Yang(楊金晶_PSZ)" userId="04050711-1c2b-4376-8c27-98d2e13849ce" providerId="ADAL" clId="{CF13A368-4EDE-4C54-A8E5-A890970F4A52}" dt="2023-06-14T02:51:41.506" v="1174"/>
        <pc:sldMkLst>
          <pc:docMk/>
          <pc:sldMk cId="150071678" sldId="626"/>
        </pc:sldMkLst>
      </pc:sldChg>
      <pc:sldChg chg="new del">
        <pc:chgData name="Terence Yang(楊金晶_PSZ)" userId="04050711-1c2b-4376-8c27-98d2e13849ce" providerId="ADAL" clId="{CF13A368-4EDE-4C54-A8E5-A890970F4A52}" dt="2023-06-14T02:51:36.423" v="1172" actId="680"/>
        <pc:sldMkLst>
          <pc:docMk/>
          <pc:sldMk cId="603049051" sldId="626"/>
        </pc:sldMkLst>
      </pc:sldChg>
      <pc:sldChg chg="addSp delSp add del ord">
        <pc:chgData name="Terence Yang(楊金晶_PSZ)" userId="04050711-1c2b-4376-8c27-98d2e13849ce" providerId="ADAL" clId="{CF13A368-4EDE-4C54-A8E5-A890970F4A52}" dt="2023-06-14T03:03:03.816" v="1281" actId="47"/>
        <pc:sldMkLst>
          <pc:docMk/>
          <pc:sldMk cId="2064911667" sldId="626"/>
        </pc:sldMkLst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5" creationId="{3D48A73A-F4CF-0EE9-03CD-44A7832F92EB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6" creationId="{C9C143DE-EB4B-8E04-0FBE-2F82B5FBAABF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7" creationId="{2F359C8D-10A2-5727-BB88-4F164D97F600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8" creationId="{7579E3A4-9988-4133-0809-1B581C8AAFB1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9" creationId="{125D1222-56DE-537E-3866-CA252E9D6BBE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10" creationId="{0B6042D2-1F27-14A8-54C3-30EA0B0EB321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11" creationId="{75D4104A-AF46-5227-E7EF-82153F221105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12" creationId="{FDE5C465-9540-9496-1AF1-EEAFE221B86B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13" creationId="{6707CBEA-1D28-71DE-5F6C-49C4A3C7CC9E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14" creationId="{6A0ECD82-3F35-61BA-EA93-12FABD91F5D0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15" creationId="{EFE4D4A0-3AF4-F657-705B-B0910B1EB505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16" creationId="{AF97FBAD-6C2F-5056-C23A-2713AFDED866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17" creationId="{D60E3F14-D305-9651-9C35-8CA6D32542A2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18" creationId="{CD6C5762-9F4A-664E-F04D-3CAEA100C92F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19" creationId="{507ED33E-B348-7946-79EF-00E64600DB79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20" creationId="{0239778F-55A4-FB0A-0F1A-37973645DF13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21" creationId="{F824D448-D80C-D35B-0D1A-E436D8E6ADA9}"/>
          </ac:spMkLst>
        </pc:spChg>
        <pc:spChg chg="add del">
          <ac:chgData name="Terence Yang(楊金晶_PSZ)" userId="04050711-1c2b-4376-8c27-98d2e13849ce" providerId="ADAL" clId="{CF13A368-4EDE-4C54-A8E5-A890970F4A52}" dt="2023-06-14T02:51:53.346" v="1179" actId="478"/>
          <ac:spMkLst>
            <pc:docMk/>
            <pc:sldMk cId="2064911667" sldId="626"/>
            <ac:spMk id="24" creationId="{33038B15-50DA-4042-CC47-C1339C0E0B8B}"/>
          </ac:spMkLst>
        </pc:spChg>
        <pc:picChg chg="add del">
          <ac:chgData name="Terence Yang(楊金晶_PSZ)" userId="04050711-1c2b-4376-8c27-98d2e13849ce" providerId="ADAL" clId="{CF13A368-4EDE-4C54-A8E5-A890970F4A52}" dt="2023-06-14T02:51:53.346" v="1179" actId="478"/>
          <ac:picMkLst>
            <pc:docMk/>
            <pc:sldMk cId="2064911667" sldId="626"/>
            <ac:picMk id="4" creationId="{77D6C9AF-11DE-6543-80F8-2608AD661585}"/>
          </ac:picMkLst>
        </pc:picChg>
      </pc:sldChg>
      <pc:sldChg chg="add del">
        <pc:chgData name="Terence Yang(楊金晶_PSZ)" userId="04050711-1c2b-4376-8c27-98d2e13849ce" providerId="ADAL" clId="{CF13A368-4EDE-4C54-A8E5-A890970F4A52}" dt="2023-06-14T02:42:16.086" v="1165"/>
        <pc:sldMkLst>
          <pc:docMk/>
          <pc:sldMk cId="4053502458" sldId="626"/>
        </pc:sldMkLst>
      </pc:sldChg>
      <pc:sldChg chg="add del">
        <pc:chgData name="Terence Yang(楊金晶_PSZ)" userId="04050711-1c2b-4376-8c27-98d2e13849ce" providerId="ADAL" clId="{CF13A368-4EDE-4C54-A8E5-A890970F4A52}" dt="2023-06-14T02:42:23.222" v="1167"/>
        <pc:sldMkLst>
          <pc:docMk/>
          <pc:sldMk cId="4230797456" sldId="626"/>
        </pc:sldMkLst>
      </pc:sldChg>
      <pc:sldChg chg="addSp delSp modSp new mod ord">
        <pc:chgData name="Terence Yang(楊金晶_PSZ)" userId="04050711-1c2b-4376-8c27-98d2e13849ce" providerId="ADAL" clId="{CF13A368-4EDE-4C54-A8E5-A890970F4A52}" dt="2023-06-14T03:04:49.554" v="1300" actId="478"/>
        <pc:sldMkLst>
          <pc:docMk/>
          <pc:sldMk cId="101175352" sldId="627"/>
        </pc:sldMkLst>
        <pc:spChg chg="del">
          <ac:chgData name="Terence Yang(楊金晶_PSZ)" userId="04050711-1c2b-4376-8c27-98d2e13849ce" providerId="ADAL" clId="{CF13A368-4EDE-4C54-A8E5-A890970F4A52}" dt="2023-06-14T02:52:20.755" v="1189" actId="478"/>
          <ac:spMkLst>
            <pc:docMk/>
            <pc:sldMk cId="101175352" sldId="627"/>
            <ac:spMk id="2" creationId="{E6D2B14A-5893-1831-747D-AA220FFF6D27}"/>
          </ac:spMkLst>
        </pc:spChg>
        <pc:spChg chg="del">
          <ac:chgData name="Terence Yang(楊金晶_PSZ)" userId="04050711-1c2b-4376-8c27-98d2e13849ce" providerId="ADAL" clId="{CF13A368-4EDE-4C54-A8E5-A890970F4A52}" dt="2023-06-14T02:52:20.755" v="1189" actId="478"/>
          <ac:spMkLst>
            <pc:docMk/>
            <pc:sldMk cId="101175352" sldId="627"/>
            <ac:spMk id="3" creationId="{6B06DF12-7132-E24E-31E0-0A8976CCC342}"/>
          </ac:spMkLst>
        </pc:spChg>
        <pc:spChg chg="add mod topLvl">
          <ac:chgData name="Terence Yang(楊金晶_PSZ)" userId="04050711-1c2b-4376-8c27-98d2e13849ce" providerId="ADAL" clId="{CF13A368-4EDE-4C54-A8E5-A890970F4A52}" dt="2023-06-14T03:02:16.873" v="1273" actId="164"/>
          <ac:spMkLst>
            <pc:docMk/>
            <pc:sldMk cId="101175352" sldId="627"/>
            <ac:spMk id="4" creationId="{2113E411-C6CC-59D3-7BE1-5CC249A2A6A1}"/>
          </ac:spMkLst>
        </pc:spChg>
        <pc:spChg chg="add mod topLvl">
          <ac:chgData name="Terence Yang(楊金晶_PSZ)" userId="04050711-1c2b-4376-8c27-98d2e13849ce" providerId="ADAL" clId="{CF13A368-4EDE-4C54-A8E5-A890970F4A52}" dt="2023-06-14T03:02:16.873" v="1273" actId="164"/>
          <ac:spMkLst>
            <pc:docMk/>
            <pc:sldMk cId="101175352" sldId="627"/>
            <ac:spMk id="5" creationId="{081AB2B6-1B45-9B97-EE71-507506AFA41E}"/>
          </ac:spMkLst>
        </pc:spChg>
        <pc:spChg chg="add mod topLvl">
          <ac:chgData name="Terence Yang(楊金晶_PSZ)" userId="04050711-1c2b-4376-8c27-98d2e13849ce" providerId="ADAL" clId="{CF13A368-4EDE-4C54-A8E5-A890970F4A52}" dt="2023-06-14T03:02:16.873" v="1273" actId="164"/>
          <ac:spMkLst>
            <pc:docMk/>
            <pc:sldMk cId="101175352" sldId="627"/>
            <ac:spMk id="6" creationId="{72AEE0D6-FAC8-4D48-0F5C-E2158456DC4C}"/>
          </ac:spMkLst>
        </pc:spChg>
        <pc:spChg chg="add mod topLvl">
          <ac:chgData name="Terence Yang(楊金晶_PSZ)" userId="04050711-1c2b-4376-8c27-98d2e13849ce" providerId="ADAL" clId="{CF13A368-4EDE-4C54-A8E5-A890970F4A52}" dt="2023-06-14T03:02:16.873" v="1273" actId="164"/>
          <ac:spMkLst>
            <pc:docMk/>
            <pc:sldMk cId="101175352" sldId="627"/>
            <ac:spMk id="7" creationId="{CB60E136-DB28-244F-5918-4066C98F41DF}"/>
          </ac:spMkLst>
        </pc:spChg>
        <pc:spChg chg="add mod topLvl">
          <ac:chgData name="Terence Yang(楊金晶_PSZ)" userId="04050711-1c2b-4376-8c27-98d2e13849ce" providerId="ADAL" clId="{CF13A368-4EDE-4C54-A8E5-A890970F4A52}" dt="2023-06-14T03:02:16.873" v="1273" actId="164"/>
          <ac:spMkLst>
            <pc:docMk/>
            <pc:sldMk cId="101175352" sldId="627"/>
            <ac:spMk id="8" creationId="{B55CF674-C517-F86F-57C5-93D827410499}"/>
          </ac:spMkLst>
        </pc:spChg>
        <pc:spChg chg="add mod topLvl">
          <ac:chgData name="Terence Yang(楊金晶_PSZ)" userId="04050711-1c2b-4376-8c27-98d2e13849ce" providerId="ADAL" clId="{CF13A368-4EDE-4C54-A8E5-A890970F4A52}" dt="2023-06-14T03:02:34.139" v="1274" actId="207"/>
          <ac:spMkLst>
            <pc:docMk/>
            <pc:sldMk cId="101175352" sldId="627"/>
            <ac:spMk id="9" creationId="{B058E214-7251-870D-31FF-C9845E44EE9A}"/>
          </ac:spMkLst>
        </pc:spChg>
        <pc:spChg chg="add mod topLvl">
          <ac:chgData name="Terence Yang(楊金晶_PSZ)" userId="04050711-1c2b-4376-8c27-98d2e13849ce" providerId="ADAL" clId="{CF13A368-4EDE-4C54-A8E5-A890970F4A52}" dt="2023-06-14T03:02:34.139" v="1274" actId="207"/>
          <ac:spMkLst>
            <pc:docMk/>
            <pc:sldMk cId="101175352" sldId="627"/>
            <ac:spMk id="10" creationId="{FAC92476-774F-15E5-A3EF-869C3F87CB48}"/>
          </ac:spMkLst>
        </pc:spChg>
        <pc:spChg chg="add mod topLvl">
          <ac:chgData name="Terence Yang(楊金晶_PSZ)" userId="04050711-1c2b-4376-8c27-98d2e13849ce" providerId="ADAL" clId="{CF13A368-4EDE-4C54-A8E5-A890970F4A52}" dt="2023-06-14T03:02:34.139" v="1274" actId="207"/>
          <ac:spMkLst>
            <pc:docMk/>
            <pc:sldMk cId="101175352" sldId="627"/>
            <ac:spMk id="11" creationId="{2645D7C1-4C32-2A11-F7C9-833F5082D624}"/>
          </ac:spMkLst>
        </pc:spChg>
        <pc:spChg chg="add mod topLvl">
          <ac:chgData name="Terence Yang(楊金晶_PSZ)" userId="04050711-1c2b-4376-8c27-98d2e13849ce" providerId="ADAL" clId="{CF13A368-4EDE-4C54-A8E5-A890970F4A52}" dt="2023-06-14T03:02:34.139" v="1274" actId="207"/>
          <ac:spMkLst>
            <pc:docMk/>
            <pc:sldMk cId="101175352" sldId="627"/>
            <ac:spMk id="12" creationId="{7A1E470D-C11C-E055-93D3-ACD147A77794}"/>
          </ac:spMkLst>
        </pc:spChg>
        <pc:spChg chg="add del mod">
          <ac:chgData name="Terence Yang(楊金晶_PSZ)" userId="04050711-1c2b-4376-8c27-98d2e13849ce" providerId="ADAL" clId="{CF13A368-4EDE-4C54-A8E5-A890970F4A52}" dt="2023-06-14T02:53:58.573" v="1207" actId="478"/>
          <ac:spMkLst>
            <pc:docMk/>
            <pc:sldMk cId="101175352" sldId="627"/>
            <ac:spMk id="13" creationId="{2B37FDF9-8718-8762-5FDB-5D49204743B7}"/>
          </ac:spMkLst>
        </pc:spChg>
        <pc:spChg chg="add mod">
          <ac:chgData name="Terence Yang(楊金晶_PSZ)" userId="04050711-1c2b-4376-8c27-98d2e13849ce" providerId="ADAL" clId="{CF13A368-4EDE-4C54-A8E5-A890970F4A52}" dt="2023-06-14T03:04:47.973" v="1299" actId="207"/>
          <ac:spMkLst>
            <pc:docMk/>
            <pc:sldMk cId="101175352" sldId="627"/>
            <ac:spMk id="14" creationId="{FBCAB36F-B9F2-EC95-52AE-C5E54A7121BF}"/>
          </ac:spMkLst>
        </pc:spChg>
        <pc:spChg chg="add del mod">
          <ac:chgData name="Terence Yang(楊金晶_PSZ)" userId="04050711-1c2b-4376-8c27-98d2e13849ce" providerId="ADAL" clId="{CF13A368-4EDE-4C54-A8E5-A890970F4A52}" dt="2023-06-14T03:00:18.142" v="1216"/>
          <ac:spMkLst>
            <pc:docMk/>
            <pc:sldMk cId="101175352" sldId="627"/>
            <ac:spMk id="15" creationId="{3120A15A-D429-05D4-3C7C-708007FA70A4}"/>
          </ac:spMkLst>
        </pc:spChg>
        <pc:spChg chg="add mod">
          <ac:chgData name="Terence Yang(楊金晶_PSZ)" userId="04050711-1c2b-4376-8c27-98d2e13849ce" providerId="ADAL" clId="{CF13A368-4EDE-4C54-A8E5-A890970F4A52}" dt="2023-06-14T03:00:59.520" v="1231" actId="1076"/>
          <ac:spMkLst>
            <pc:docMk/>
            <pc:sldMk cId="101175352" sldId="627"/>
            <ac:spMk id="16" creationId="{0AC28F8A-9B97-0379-4766-6626C3FE148F}"/>
          </ac:spMkLst>
        </pc:spChg>
        <pc:grpChg chg="add del mod">
          <ac:chgData name="Terence Yang(楊金晶_PSZ)" userId="04050711-1c2b-4376-8c27-98d2e13849ce" providerId="ADAL" clId="{CF13A368-4EDE-4C54-A8E5-A890970F4A52}" dt="2023-06-14T03:02:16.873" v="1273" actId="164"/>
          <ac:grpSpMkLst>
            <pc:docMk/>
            <pc:sldMk cId="101175352" sldId="627"/>
            <ac:grpSpMk id="17" creationId="{83DC882B-E86D-8D7B-842F-33C5C5E02963}"/>
          </ac:grpSpMkLst>
        </pc:grpChg>
        <pc:picChg chg="add del mod">
          <ac:chgData name="Terence Yang(楊金晶_PSZ)" userId="04050711-1c2b-4376-8c27-98d2e13849ce" providerId="ADAL" clId="{CF13A368-4EDE-4C54-A8E5-A890970F4A52}" dt="2023-06-14T03:04:49.554" v="1300" actId="478"/>
          <ac:picMkLst>
            <pc:docMk/>
            <pc:sldMk cId="101175352" sldId="627"/>
            <ac:picMk id="19" creationId="{0EA70D1A-5122-39AD-B60F-A2A84F231ADB}"/>
          </ac:picMkLst>
        </pc:picChg>
      </pc:sldChg>
      <pc:sldChg chg="addSp delSp add del ord modAnim">
        <pc:chgData name="Terence Yang(楊金晶_PSZ)" userId="04050711-1c2b-4376-8c27-98d2e13849ce" providerId="ADAL" clId="{CF13A368-4EDE-4C54-A8E5-A890970F4A52}" dt="2023-06-14T02:52:10.024" v="1187"/>
        <pc:sldMkLst>
          <pc:docMk/>
          <pc:sldMk cId="3650451469" sldId="627"/>
        </pc:sldMkLst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4" creationId="{25ADDC1F-C2EE-4C8D-99E5-DAA50A75813E}"/>
          </ac:spMkLst>
        </pc:spChg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8" creationId="{587026D9-24A7-A7B9-09BE-051D7962EB3B}"/>
          </ac:spMkLst>
        </pc:spChg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9" creationId="{D8911ACB-2B0A-F836-7425-1436E264B0E2}"/>
          </ac:spMkLst>
        </pc:spChg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10" creationId="{60638291-BCE9-52E8-9DFC-E4E303C0B8BD}"/>
          </ac:spMkLst>
        </pc:spChg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11" creationId="{E07A219D-1973-B600-CCB3-F2F4C25E7076}"/>
          </ac:spMkLst>
        </pc:spChg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12" creationId="{858679B0-4918-61F5-32BD-8F986167B6DB}"/>
          </ac:spMkLst>
        </pc:spChg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16" creationId="{5C3216D6-1A7E-BE87-CD07-3B642E4658D4}"/>
          </ac:spMkLst>
        </pc:spChg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17" creationId="{A8C1F8A8-1A0F-C8E1-908A-8E8D56477611}"/>
          </ac:spMkLst>
        </pc:spChg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18" creationId="{342211BB-83AB-0DFF-230D-494C70136E67}"/>
          </ac:spMkLst>
        </pc:spChg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20" creationId="{075CFFD4-6C1E-D858-47E2-AAE4385AD2A4}"/>
          </ac:spMkLst>
        </pc:spChg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21" creationId="{B4F9CD27-436C-8E41-0878-B8BE564A3C33}"/>
          </ac:spMkLst>
        </pc:spChg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22" creationId="{1C77E7C8-825E-8BD4-11C3-2B849B884382}"/>
          </ac:spMkLst>
        </pc:spChg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23" creationId="{C92D5FD6-A500-E2C7-7A0C-8A405B5A859F}"/>
          </ac:spMkLst>
        </pc:spChg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24" creationId="{1DCA6609-0889-E6E8-F6FE-14EE7EE817B3}"/>
          </ac:spMkLst>
        </pc:spChg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25" creationId="{9F1A6FD5-80E6-97C9-AFB7-D3F426CD64D9}"/>
          </ac:spMkLst>
        </pc:spChg>
        <pc:spChg chg="add del">
          <ac:chgData name="Terence Yang(楊金晶_PSZ)" userId="04050711-1c2b-4376-8c27-98d2e13849ce" providerId="ADAL" clId="{CF13A368-4EDE-4C54-A8E5-A890970F4A52}" dt="2023-06-14T02:52:06.677" v="1185" actId="478"/>
          <ac:spMkLst>
            <pc:docMk/>
            <pc:sldMk cId="3650451469" sldId="627"/>
            <ac:spMk id="26" creationId="{FA98066C-8DED-72E2-4392-EE345640893F}"/>
          </ac:spMkLst>
        </pc:spChg>
        <pc:grpChg chg="add del">
          <ac:chgData name="Terence Yang(楊金晶_PSZ)" userId="04050711-1c2b-4376-8c27-98d2e13849ce" providerId="ADAL" clId="{CF13A368-4EDE-4C54-A8E5-A890970F4A52}" dt="2023-06-14T02:52:06.677" v="1185" actId="478"/>
          <ac:grpSpMkLst>
            <pc:docMk/>
            <pc:sldMk cId="3650451469" sldId="627"/>
            <ac:grpSpMk id="13" creationId="{B94FCEA8-16F9-5DEC-9A95-30DEDBC6D0E1}"/>
          </ac:grpSpMkLst>
        </pc:grpChg>
        <pc:picChg chg="add del">
          <ac:chgData name="Terence Yang(楊金晶_PSZ)" userId="04050711-1c2b-4376-8c27-98d2e13849ce" providerId="ADAL" clId="{CF13A368-4EDE-4C54-A8E5-A890970F4A52}" dt="2023-06-14T02:52:06.677" v="1185" actId="478"/>
          <ac:picMkLst>
            <pc:docMk/>
            <pc:sldMk cId="3650451469" sldId="627"/>
            <ac:picMk id="5" creationId="{32CED029-8FA6-860B-44EB-D9F55A1CF471}"/>
          </ac:picMkLst>
        </pc:picChg>
        <pc:picChg chg="add del">
          <ac:chgData name="Terence Yang(楊金晶_PSZ)" userId="04050711-1c2b-4376-8c27-98d2e13849ce" providerId="ADAL" clId="{CF13A368-4EDE-4C54-A8E5-A890970F4A52}" dt="2023-06-14T02:52:06.677" v="1185" actId="478"/>
          <ac:picMkLst>
            <pc:docMk/>
            <pc:sldMk cId="3650451469" sldId="627"/>
            <ac:picMk id="6" creationId="{D5E4EDBE-4EC0-1616-D98E-4E965898D825}"/>
          </ac:picMkLst>
        </pc:picChg>
        <pc:picChg chg="add del">
          <ac:chgData name="Terence Yang(楊金晶_PSZ)" userId="04050711-1c2b-4376-8c27-98d2e13849ce" providerId="ADAL" clId="{CF13A368-4EDE-4C54-A8E5-A890970F4A52}" dt="2023-06-14T02:52:06.677" v="1185" actId="478"/>
          <ac:picMkLst>
            <pc:docMk/>
            <pc:sldMk cId="3650451469" sldId="627"/>
            <ac:picMk id="7" creationId="{088EAD96-59A4-1672-907C-F306A590EBFE}"/>
          </ac:picMkLst>
        </pc:picChg>
        <pc:picChg chg="add del">
          <ac:chgData name="Terence Yang(楊金晶_PSZ)" userId="04050711-1c2b-4376-8c27-98d2e13849ce" providerId="ADAL" clId="{CF13A368-4EDE-4C54-A8E5-A890970F4A52}" dt="2023-06-14T02:52:06.677" v="1185" actId="478"/>
          <ac:picMkLst>
            <pc:docMk/>
            <pc:sldMk cId="3650451469" sldId="627"/>
            <ac:picMk id="19" creationId="{81BD0A5F-8177-7EDD-DF16-9FED62346494}"/>
          </ac:picMkLst>
        </pc:picChg>
      </pc:sldChg>
      <pc:sldChg chg="addSp delSp modSp new del mod setBg">
        <pc:chgData name="Terence Yang(楊金晶_PSZ)" userId="04050711-1c2b-4376-8c27-98d2e13849ce" providerId="ADAL" clId="{CF13A368-4EDE-4C54-A8E5-A890970F4A52}" dt="2023-06-14T03:16:40.169" v="1412" actId="47"/>
        <pc:sldMkLst>
          <pc:docMk/>
          <pc:sldMk cId="417390518" sldId="628"/>
        </pc:sldMkLst>
        <pc:spChg chg="del">
          <ac:chgData name="Terence Yang(楊金晶_PSZ)" userId="04050711-1c2b-4376-8c27-98d2e13849ce" providerId="ADAL" clId="{CF13A368-4EDE-4C54-A8E5-A890970F4A52}" dt="2023-06-14T03:11:48.742" v="1370" actId="478"/>
          <ac:spMkLst>
            <pc:docMk/>
            <pc:sldMk cId="417390518" sldId="628"/>
            <ac:spMk id="2" creationId="{5493DA4C-8F0C-FD7A-B597-17570627C72F}"/>
          </ac:spMkLst>
        </pc:spChg>
        <pc:spChg chg="del">
          <ac:chgData name="Terence Yang(楊金晶_PSZ)" userId="04050711-1c2b-4376-8c27-98d2e13849ce" providerId="ADAL" clId="{CF13A368-4EDE-4C54-A8E5-A890970F4A52}" dt="2023-06-14T03:11:48.742" v="1370" actId="478"/>
          <ac:spMkLst>
            <pc:docMk/>
            <pc:sldMk cId="417390518" sldId="628"/>
            <ac:spMk id="3" creationId="{63DD9F81-D665-EFAA-C1F9-5AD617578152}"/>
          </ac:spMkLst>
        </pc:spChg>
        <pc:spChg chg="add mod">
          <ac:chgData name="Terence Yang(楊金晶_PSZ)" userId="04050711-1c2b-4376-8c27-98d2e13849ce" providerId="ADAL" clId="{CF13A368-4EDE-4C54-A8E5-A890970F4A52}" dt="2023-06-14T03:12:13.746" v="1374"/>
          <ac:spMkLst>
            <pc:docMk/>
            <pc:sldMk cId="417390518" sldId="628"/>
            <ac:spMk id="4" creationId="{CA513070-55D8-1AE1-F6FB-02D461CF86C4}"/>
          </ac:spMkLst>
        </pc:spChg>
        <pc:spChg chg="add mod">
          <ac:chgData name="Terence Yang(楊金晶_PSZ)" userId="04050711-1c2b-4376-8c27-98d2e13849ce" providerId="ADAL" clId="{CF13A368-4EDE-4C54-A8E5-A890970F4A52}" dt="2023-06-14T03:12:40.341" v="1379" actId="1076"/>
          <ac:spMkLst>
            <pc:docMk/>
            <pc:sldMk cId="417390518" sldId="628"/>
            <ac:spMk id="5" creationId="{D18F4F7D-81B4-9B2A-4025-10DBACF1F69D}"/>
          </ac:spMkLst>
        </pc:spChg>
        <pc:spChg chg="add mod">
          <ac:chgData name="Terence Yang(楊金晶_PSZ)" userId="04050711-1c2b-4376-8c27-98d2e13849ce" providerId="ADAL" clId="{CF13A368-4EDE-4C54-A8E5-A890970F4A52}" dt="2023-06-14T03:15:41.420" v="1399" actId="20577"/>
          <ac:spMkLst>
            <pc:docMk/>
            <pc:sldMk cId="417390518" sldId="628"/>
            <ac:spMk id="6" creationId="{4F4B54EB-5E71-E230-27F1-3655843B5CA9}"/>
          </ac:spMkLst>
        </pc:spChg>
      </pc:sldChg>
      <pc:sldChg chg="addSp delSp modSp new mod">
        <pc:chgData name="Terence Yang(楊金晶_PSZ)" userId="04050711-1c2b-4376-8c27-98d2e13849ce" providerId="ADAL" clId="{CF13A368-4EDE-4C54-A8E5-A890970F4A52}" dt="2023-06-14T03:47:45.513" v="1511" actId="20577"/>
        <pc:sldMkLst>
          <pc:docMk/>
          <pc:sldMk cId="3996758862" sldId="628"/>
        </pc:sldMkLst>
        <pc:spChg chg="del">
          <ac:chgData name="Terence Yang(楊金晶_PSZ)" userId="04050711-1c2b-4376-8c27-98d2e13849ce" providerId="ADAL" clId="{CF13A368-4EDE-4C54-A8E5-A890970F4A52}" dt="2023-06-14T03:47:35.605" v="1501" actId="478"/>
          <ac:spMkLst>
            <pc:docMk/>
            <pc:sldMk cId="3996758862" sldId="628"/>
            <ac:spMk id="2" creationId="{42A4B8F5-4CD8-D59D-1037-7C21A79CA6C8}"/>
          </ac:spMkLst>
        </pc:spChg>
        <pc:spChg chg="del">
          <ac:chgData name="Terence Yang(楊金晶_PSZ)" userId="04050711-1c2b-4376-8c27-98d2e13849ce" providerId="ADAL" clId="{CF13A368-4EDE-4C54-A8E5-A890970F4A52}" dt="2023-06-14T03:47:35.605" v="1501" actId="478"/>
          <ac:spMkLst>
            <pc:docMk/>
            <pc:sldMk cId="3996758862" sldId="628"/>
            <ac:spMk id="3" creationId="{E44A873A-4649-8924-0383-8E1587368118}"/>
          </ac:spMkLst>
        </pc:spChg>
        <pc:spChg chg="add mod">
          <ac:chgData name="Terence Yang(楊金晶_PSZ)" userId="04050711-1c2b-4376-8c27-98d2e13849ce" providerId="ADAL" clId="{CF13A368-4EDE-4C54-A8E5-A890970F4A52}" dt="2023-06-14T03:47:45.513" v="1511" actId="20577"/>
          <ac:spMkLst>
            <pc:docMk/>
            <pc:sldMk cId="3996758862" sldId="628"/>
            <ac:spMk id="4" creationId="{ECBDA01B-2162-3480-5D27-A3DA9B328CC3}"/>
          </ac:spMkLst>
        </pc:spChg>
      </pc:sldChg>
      <pc:sldChg chg="addSp delSp modSp new del mod">
        <pc:chgData name="Terence Yang(楊金晶_PSZ)" userId="04050711-1c2b-4376-8c27-98d2e13849ce" providerId="ADAL" clId="{CF13A368-4EDE-4C54-A8E5-A890970F4A52}" dt="2023-06-15T00:20:14.563" v="1579" actId="47"/>
        <pc:sldMkLst>
          <pc:docMk/>
          <pc:sldMk cId="948828049" sldId="629"/>
        </pc:sldMkLst>
        <pc:spChg chg="del mod">
          <ac:chgData name="Terence Yang(楊金晶_PSZ)" userId="04050711-1c2b-4376-8c27-98d2e13849ce" providerId="ADAL" clId="{CF13A368-4EDE-4C54-A8E5-A890970F4A52}" dt="2023-06-15T00:18:43.261" v="1559" actId="478"/>
          <ac:spMkLst>
            <pc:docMk/>
            <pc:sldMk cId="948828049" sldId="629"/>
            <ac:spMk id="2" creationId="{A2F5C37E-60DA-652C-4976-A07FDA1FA611}"/>
          </ac:spMkLst>
        </pc:spChg>
        <pc:spChg chg="del">
          <ac:chgData name="Terence Yang(楊金晶_PSZ)" userId="04050711-1c2b-4376-8c27-98d2e13849ce" providerId="ADAL" clId="{CF13A368-4EDE-4C54-A8E5-A890970F4A52}" dt="2023-06-15T00:18:43.261" v="1559" actId="478"/>
          <ac:spMkLst>
            <pc:docMk/>
            <pc:sldMk cId="948828049" sldId="629"/>
            <ac:spMk id="3" creationId="{50EB33AB-4DAD-FAB1-4671-AA22C9736A0A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8" creationId="{0F04FADD-0BE3-C21C-1796-2338F5A1AEC7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9" creationId="{BBC653E5-D8C7-F6BE-E640-6B345ABB3DCD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25" creationId="{6F80FDA8-8FC8-2986-E55B-138744900A85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26" creationId="{AAD0D6B4-3396-87A8-1D1A-260119A42539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27" creationId="{C7804E42-406E-D226-7D14-6A9366C22BA2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28" creationId="{219CE827-8DD5-9FC3-A139-49DB604CE644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31" creationId="{AA56DDE2-373C-E831-EBCC-507F2E93EEAB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32" creationId="{47F849B4-B197-6D88-163A-6297F6E7B5E9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33" creationId="{D9FF1545-FF70-B911-F0E0-9D43DF73B9CE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34" creationId="{D56FADC5-4640-6EE5-FBB4-96A7C959BDEE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35" creationId="{BE45FAF2-9958-A2B9-E142-0D88ED5C21B2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36" creationId="{DA6AAF64-0EC5-AF06-E39A-161544C46BC6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37" creationId="{67FD6B47-0CF9-DDA4-B57A-7D9BB9A9C41D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38" creationId="{889CB036-A446-FE2A-9380-98F9EE668241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39" creationId="{04BB8A3E-8DC2-0CC9-85ED-9DE5BB000936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40" creationId="{FC7E85C7-ECB9-C8F3-BFE6-0E104BD56B18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41" creationId="{A8B38BA0-78C5-543A-0D90-C9C450D18B4A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42" creationId="{2BDC77C8-8006-B69A-64F7-FB699968C46B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43" creationId="{E40B6CEA-1217-5FB0-51A1-9BEE18642D3D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44" creationId="{57D11CB9-4775-6287-C31A-195B2A38F52D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45" creationId="{E064B0E7-0276-2F41-1932-187FD1B74CAA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46" creationId="{A1296503-B6DB-6F86-4744-124A6181C262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47" creationId="{64318308-AA58-57CB-88B0-F69B69BA938F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48" creationId="{6D9E6395-D469-6D59-26FE-0FB5332CDC2E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49" creationId="{E2CECB07-6920-4F3D-CB45-5A5CA4E01232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50" creationId="{6BAA8751-3334-CD2A-5544-422EF4EA295E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51" creationId="{3550B046-D133-455A-A68E-C78009A5A57D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52" creationId="{87A7A2E2-ED09-EC36-E87A-6B63BBABE7CB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53" creationId="{B61749A5-013E-7F9B-CCA1-FA357C1103B2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54" creationId="{3E6EDF63-57F8-4CAB-44C2-4029805CF2B0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55" creationId="{83BA1BA7-6FEB-BA4F-33D3-6692093988DA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56" creationId="{267C7DC3-ED3A-6719-B333-D018F114C546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57" creationId="{F449CCE6-01C3-3618-691A-D2B97E1867A7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58" creationId="{CE5AE826-5658-39E3-0389-ED3BD866DB36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59" creationId="{F543D818-5217-B702-1CE4-C8E79B78A3F5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60" creationId="{831FA0E2-8822-1071-D944-360CF97AFC37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61" creationId="{AFA32DC5-4B57-C870-537D-1F885249AE08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62" creationId="{8A9C2E26-7BE1-DB45-BE87-5618D93A8AC3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63" creationId="{36381869-32BC-EA3C-91AF-56A1E354195C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64" creationId="{F319FE5B-56CD-AE36-C0DD-33131932B8CD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65" creationId="{5D498330-5D90-7FC6-6C47-BAF30B2B1681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66" creationId="{39A66390-D539-6574-B0CC-F86C877811FD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67" creationId="{55957733-B956-090D-4A35-8AA20397DB3B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68" creationId="{A541A18B-7435-698E-106E-6A17DB46FC0A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69" creationId="{93A54C53-DF87-192D-B305-2EAD2A2D303F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70" creationId="{39F173F9-CF31-7D9E-6653-6E246B3DE401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71" creationId="{4EFD3A22-6017-AB97-E647-F554CA2CCDBB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72" creationId="{484B02AD-9C1E-FDF7-826B-204881244DA6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73" creationId="{2A4D3954-574A-1F6B-315D-1FC7769C76EA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74" creationId="{2B5CDA74-6853-A7EB-DFF6-DFEBE8FEDA29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75" creationId="{552C88A9-E2B0-9D00-6C79-7CF4281A33AD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76" creationId="{D73AFFD2-8659-C8FE-64AF-99AC09980C77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77" creationId="{8365ACF2-7A8A-E499-4A66-8A5967C679B6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78" creationId="{DE6F96D9-B3F1-DE15-9269-C1BA2D5AD482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79" creationId="{3890BA68-BB0C-62E6-91EE-C8778BAC7566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80" creationId="{9AB8DD31-8236-5BC1-796B-C1ECECDEC51A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81" creationId="{9904DE87-B519-B357-784D-CDB397C191D6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82" creationId="{34152968-2138-1D79-4819-5B10C111889D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83" creationId="{3E061946-A0D4-6AB6-A0F3-000B94EDBED9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84" creationId="{F20D4351-F9AE-93AB-4F6C-5CEA24910CCB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85" creationId="{A11CDF92-EAB4-74A2-F40B-220E0D765EDE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86" creationId="{17F52FAC-C5F6-8F3F-EA14-565E362CA02D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87" creationId="{71F82A0A-FB0F-F9D4-04A4-63797881CF05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88" creationId="{1E15CE0F-47D5-5E52-7872-D9D6F6A3E5ED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89" creationId="{8C47AC44-098C-6BDE-40E4-122CD077079A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90" creationId="{1CD3797A-3BB5-9F73-6789-1BAF1FFAC66D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91" creationId="{F62B01CF-E715-6729-22FA-AE1784F0F21E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92" creationId="{C38BBB64-8285-BA08-12D6-EB2F70A11C0F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93" creationId="{07BAF623-337C-6B96-226D-7305BD0F7A72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94" creationId="{EBCB7873-6A26-A605-D5E3-ED347384B73B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95" creationId="{6DA374F3-CEEC-D52F-0312-16809F95B3DE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96" creationId="{D51025E8-29E3-C81A-EEDA-3AD55C31B9B9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97" creationId="{8662F5F1-D74F-46A2-E887-59F859C6BEFE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100" creationId="{D143A3B4-26A9-0BCC-A560-BFE3A0DC0303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104" creationId="{0FD9D299-82C1-D878-DC94-7623085566C4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106" creationId="{10A33160-FFD8-97DA-A1CC-D6030DDF7826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107" creationId="{5EEDBE77-381E-1CD6-4C8E-A697FF0E638B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109" creationId="{865B25E2-CBC2-256D-B34E-0856C4CCD8E0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165" creationId="{4C2E649D-A5F5-89BF-6525-D849E930C347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166" creationId="{D4F53BB6-A677-81A8-5378-F45D9CA592B0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167" creationId="{0E03CA3A-24EA-4FA6-9DB4-6D362A2106AA}"/>
          </ac:spMkLst>
        </pc:spChg>
        <pc:spChg chg="mod">
          <ac:chgData name="Terence Yang(楊金晶_PSZ)" userId="04050711-1c2b-4376-8c27-98d2e13849ce" providerId="ADAL" clId="{CF13A368-4EDE-4C54-A8E5-A890970F4A52}" dt="2023-06-15T00:18:48.100" v="1560"/>
          <ac:spMkLst>
            <pc:docMk/>
            <pc:sldMk cId="948828049" sldId="629"/>
            <ac:spMk id="168" creationId="{5BA47C2A-F1DA-1FE2-D192-663B6222D152}"/>
          </ac:spMkLst>
        </pc:spChg>
        <pc:grpChg chg="add mod">
          <ac:chgData name="Terence Yang(楊金晶_PSZ)" userId="04050711-1c2b-4376-8c27-98d2e13849ce" providerId="ADAL" clId="{CF13A368-4EDE-4C54-A8E5-A890970F4A52}" dt="2023-06-15T00:19:41.016" v="1569" actId="339"/>
          <ac:grpSpMkLst>
            <pc:docMk/>
            <pc:sldMk cId="948828049" sldId="629"/>
            <ac:grpSpMk id="4" creationId="{C64F036D-088C-D8C1-7383-F69B4409CD09}"/>
          </ac:grpSpMkLst>
        </pc:grpChg>
        <pc:grpChg chg="mod">
          <ac:chgData name="Terence Yang(楊金晶_PSZ)" userId="04050711-1c2b-4376-8c27-98d2e13849ce" providerId="ADAL" clId="{CF13A368-4EDE-4C54-A8E5-A890970F4A52}" dt="2023-06-15T00:18:48.100" v="1560"/>
          <ac:grpSpMkLst>
            <pc:docMk/>
            <pc:sldMk cId="948828049" sldId="629"/>
            <ac:grpSpMk id="5" creationId="{70377D9D-123C-0E5C-51FA-913877315165}"/>
          </ac:grpSpMkLst>
        </pc:grpChg>
        <pc:grpChg chg="mod">
          <ac:chgData name="Terence Yang(楊金晶_PSZ)" userId="04050711-1c2b-4376-8c27-98d2e13849ce" providerId="ADAL" clId="{CF13A368-4EDE-4C54-A8E5-A890970F4A52}" dt="2023-06-15T00:18:48.100" v="1560"/>
          <ac:grpSpMkLst>
            <pc:docMk/>
            <pc:sldMk cId="948828049" sldId="629"/>
            <ac:grpSpMk id="6" creationId="{C7E3170E-D2B2-180A-8CF8-97AC105D870A}"/>
          </ac:grpSpMkLst>
        </pc:grpChg>
        <pc:grpChg chg="mod">
          <ac:chgData name="Terence Yang(楊金晶_PSZ)" userId="04050711-1c2b-4376-8c27-98d2e13849ce" providerId="ADAL" clId="{CF13A368-4EDE-4C54-A8E5-A890970F4A52}" dt="2023-06-15T00:18:48.100" v="1560"/>
          <ac:grpSpMkLst>
            <pc:docMk/>
            <pc:sldMk cId="948828049" sldId="629"/>
            <ac:grpSpMk id="7" creationId="{B6FB88F6-A34B-5D0C-4F62-CB6DA4B45AA1}"/>
          </ac:grpSpMkLst>
        </pc:grpChg>
        <pc:grpChg chg="mod">
          <ac:chgData name="Terence Yang(楊金晶_PSZ)" userId="04050711-1c2b-4376-8c27-98d2e13849ce" providerId="ADAL" clId="{CF13A368-4EDE-4C54-A8E5-A890970F4A52}" dt="2023-06-15T00:18:48.100" v="1560"/>
          <ac:grpSpMkLst>
            <pc:docMk/>
            <pc:sldMk cId="948828049" sldId="629"/>
            <ac:grpSpMk id="29" creationId="{78679C3F-D330-123C-2B73-3E6C9A4D604A}"/>
          </ac:grpSpMkLst>
        </pc:grpChg>
        <pc:grpChg chg="mod">
          <ac:chgData name="Terence Yang(楊金晶_PSZ)" userId="04050711-1c2b-4376-8c27-98d2e13849ce" providerId="ADAL" clId="{CF13A368-4EDE-4C54-A8E5-A890970F4A52}" dt="2023-06-15T00:18:48.100" v="1560"/>
          <ac:grpSpMkLst>
            <pc:docMk/>
            <pc:sldMk cId="948828049" sldId="629"/>
            <ac:grpSpMk id="30" creationId="{19E76154-5BA1-7861-3522-890C68149230}"/>
          </ac:grpSpMkLst>
        </pc:grpChg>
        <pc:grpChg chg="mod">
          <ac:chgData name="Terence Yang(楊金晶_PSZ)" userId="04050711-1c2b-4376-8c27-98d2e13849ce" providerId="ADAL" clId="{CF13A368-4EDE-4C54-A8E5-A890970F4A52}" dt="2023-06-15T00:18:48.100" v="1560"/>
          <ac:grpSpMkLst>
            <pc:docMk/>
            <pc:sldMk cId="948828049" sldId="629"/>
            <ac:grpSpMk id="110" creationId="{884D8620-90D3-94FB-5D8B-32782FC1149E}"/>
          </ac:grpSpMkLst>
        </pc:grpChg>
        <pc:grpChg chg="mod">
          <ac:chgData name="Terence Yang(楊金晶_PSZ)" userId="04050711-1c2b-4376-8c27-98d2e13849ce" providerId="ADAL" clId="{CF13A368-4EDE-4C54-A8E5-A890970F4A52}" dt="2023-06-15T00:18:48.100" v="1560"/>
          <ac:grpSpMkLst>
            <pc:docMk/>
            <pc:sldMk cId="948828049" sldId="629"/>
            <ac:grpSpMk id="111" creationId="{B149FFFA-8B61-CCE7-624F-28F96A4E1628}"/>
          </ac:grpSpMkLst>
        </pc:grpChg>
        <pc:grpChg chg="mod">
          <ac:chgData name="Terence Yang(楊金晶_PSZ)" userId="04050711-1c2b-4376-8c27-98d2e13849ce" providerId="ADAL" clId="{CF13A368-4EDE-4C54-A8E5-A890970F4A52}" dt="2023-06-15T00:18:48.100" v="1560"/>
          <ac:grpSpMkLst>
            <pc:docMk/>
            <pc:sldMk cId="948828049" sldId="629"/>
            <ac:grpSpMk id="138" creationId="{2A973442-8700-98D8-72C7-381E536969ED}"/>
          </ac:grpSpMkLst>
        </pc:grpChg>
        <pc:grpChg chg="mod">
          <ac:chgData name="Terence Yang(楊金晶_PSZ)" userId="04050711-1c2b-4376-8c27-98d2e13849ce" providerId="ADAL" clId="{CF13A368-4EDE-4C54-A8E5-A890970F4A52}" dt="2023-06-15T00:18:48.100" v="1560"/>
          <ac:grpSpMkLst>
            <pc:docMk/>
            <pc:sldMk cId="948828049" sldId="629"/>
            <ac:grpSpMk id="139" creationId="{C011EC87-5F01-12AC-54A9-E071E5E8C3BB}"/>
          </ac:grpSpMkLst>
        </pc:grpChg>
        <pc:cxnChg chg="del mod">
          <ac:chgData name="Terence Yang(楊金晶_PSZ)" userId="04050711-1c2b-4376-8c27-98d2e13849ce" providerId="ADAL" clId="{CF13A368-4EDE-4C54-A8E5-A890970F4A52}" dt="2023-06-15T00:19:14.093" v="1562" actId="478"/>
          <ac:cxnSpMkLst>
            <pc:docMk/>
            <pc:sldMk cId="948828049" sldId="629"/>
            <ac:cxnSpMk id="10" creationId="{72A088EE-AA6E-B8AC-2CD4-F1411CEA4F73}"/>
          </ac:cxnSpMkLst>
        </pc:cxnChg>
        <pc:cxnChg chg="del mod">
          <ac:chgData name="Terence Yang(楊金晶_PSZ)" userId="04050711-1c2b-4376-8c27-98d2e13849ce" providerId="ADAL" clId="{CF13A368-4EDE-4C54-A8E5-A890970F4A52}" dt="2023-06-15T00:19:14.093" v="1562" actId="478"/>
          <ac:cxnSpMkLst>
            <pc:docMk/>
            <pc:sldMk cId="948828049" sldId="629"/>
            <ac:cxnSpMk id="11" creationId="{6769969E-1B39-9139-3CB8-B3FAE46A3684}"/>
          </ac:cxnSpMkLst>
        </pc:cxnChg>
        <pc:cxnChg chg="del mod">
          <ac:chgData name="Terence Yang(楊金晶_PSZ)" userId="04050711-1c2b-4376-8c27-98d2e13849ce" providerId="ADAL" clId="{CF13A368-4EDE-4C54-A8E5-A890970F4A52}" dt="2023-06-15T00:19:14.093" v="1562" actId="478"/>
          <ac:cxnSpMkLst>
            <pc:docMk/>
            <pc:sldMk cId="948828049" sldId="629"/>
            <ac:cxnSpMk id="12" creationId="{06E9BB91-7E1F-5D2A-C2B2-18F499CA9492}"/>
          </ac:cxnSpMkLst>
        </pc:cxnChg>
        <pc:cxnChg chg="del mod">
          <ac:chgData name="Terence Yang(楊金晶_PSZ)" userId="04050711-1c2b-4376-8c27-98d2e13849ce" providerId="ADAL" clId="{CF13A368-4EDE-4C54-A8E5-A890970F4A52}" dt="2023-06-15T00:19:14.093" v="1562" actId="478"/>
          <ac:cxnSpMkLst>
            <pc:docMk/>
            <pc:sldMk cId="948828049" sldId="629"/>
            <ac:cxnSpMk id="13" creationId="{625302B6-E82A-C19A-A86D-408D98A7FB6A}"/>
          </ac:cxnSpMkLst>
        </pc:cxnChg>
        <pc:cxnChg chg="del mod">
          <ac:chgData name="Terence Yang(楊金晶_PSZ)" userId="04050711-1c2b-4376-8c27-98d2e13849ce" providerId="ADAL" clId="{CF13A368-4EDE-4C54-A8E5-A890970F4A52}" dt="2023-06-15T00:19:14.093" v="1562" actId="478"/>
          <ac:cxnSpMkLst>
            <pc:docMk/>
            <pc:sldMk cId="948828049" sldId="629"/>
            <ac:cxnSpMk id="14" creationId="{5C21C40A-AA83-E62A-EBB6-A4B3A565F8BB}"/>
          </ac:cxnSpMkLst>
        </pc:cxnChg>
        <pc:cxnChg chg="del mod">
          <ac:chgData name="Terence Yang(楊金晶_PSZ)" userId="04050711-1c2b-4376-8c27-98d2e13849ce" providerId="ADAL" clId="{CF13A368-4EDE-4C54-A8E5-A890970F4A52}" dt="2023-06-15T00:19:14.093" v="1562" actId="478"/>
          <ac:cxnSpMkLst>
            <pc:docMk/>
            <pc:sldMk cId="948828049" sldId="629"/>
            <ac:cxnSpMk id="15" creationId="{80BB829B-966D-2DD8-0AB8-499F458EF655}"/>
          </ac:cxnSpMkLst>
        </pc:cxnChg>
        <pc:cxnChg chg="del mod">
          <ac:chgData name="Terence Yang(楊金晶_PSZ)" userId="04050711-1c2b-4376-8c27-98d2e13849ce" providerId="ADAL" clId="{CF13A368-4EDE-4C54-A8E5-A890970F4A52}" dt="2023-06-15T00:19:14.093" v="1562" actId="478"/>
          <ac:cxnSpMkLst>
            <pc:docMk/>
            <pc:sldMk cId="948828049" sldId="629"/>
            <ac:cxnSpMk id="16" creationId="{98096D00-0FE7-0D5C-1AFE-1C8034AEDFDC}"/>
          </ac:cxnSpMkLst>
        </pc:cxnChg>
        <pc:cxnChg chg="del mod">
          <ac:chgData name="Terence Yang(楊金晶_PSZ)" userId="04050711-1c2b-4376-8c27-98d2e13849ce" providerId="ADAL" clId="{CF13A368-4EDE-4C54-A8E5-A890970F4A52}" dt="2023-06-15T00:19:14.093" v="1562" actId="478"/>
          <ac:cxnSpMkLst>
            <pc:docMk/>
            <pc:sldMk cId="948828049" sldId="629"/>
            <ac:cxnSpMk id="17" creationId="{9CF058B5-5955-CA5E-1FC3-12A0092C53F4}"/>
          </ac:cxnSpMkLst>
        </pc:cxnChg>
        <pc:cxnChg chg="del mod">
          <ac:chgData name="Terence Yang(楊金晶_PSZ)" userId="04050711-1c2b-4376-8c27-98d2e13849ce" providerId="ADAL" clId="{CF13A368-4EDE-4C54-A8E5-A890970F4A52}" dt="2023-06-15T00:19:14.093" v="1562" actId="478"/>
          <ac:cxnSpMkLst>
            <pc:docMk/>
            <pc:sldMk cId="948828049" sldId="629"/>
            <ac:cxnSpMk id="18" creationId="{3CBDB14E-7750-C7E6-782E-32FA96586E43}"/>
          </ac:cxnSpMkLst>
        </pc:cxnChg>
        <pc:cxnChg chg="del mod">
          <ac:chgData name="Terence Yang(楊金晶_PSZ)" userId="04050711-1c2b-4376-8c27-98d2e13849ce" providerId="ADAL" clId="{CF13A368-4EDE-4C54-A8E5-A890970F4A52}" dt="2023-06-15T00:19:14.093" v="1562" actId="478"/>
          <ac:cxnSpMkLst>
            <pc:docMk/>
            <pc:sldMk cId="948828049" sldId="629"/>
            <ac:cxnSpMk id="19" creationId="{0CFBF4B1-C69B-C9CB-C464-67C73BC9CE20}"/>
          </ac:cxnSpMkLst>
        </pc:cxnChg>
        <pc:cxnChg chg="del mod">
          <ac:chgData name="Terence Yang(楊金晶_PSZ)" userId="04050711-1c2b-4376-8c27-98d2e13849ce" providerId="ADAL" clId="{CF13A368-4EDE-4C54-A8E5-A890970F4A52}" dt="2023-06-15T00:19:14.093" v="1562" actId="478"/>
          <ac:cxnSpMkLst>
            <pc:docMk/>
            <pc:sldMk cId="948828049" sldId="629"/>
            <ac:cxnSpMk id="20" creationId="{312761F9-CDDD-426C-73EB-154D1827F8D3}"/>
          </ac:cxnSpMkLst>
        </pc:cxnChg>
        <pc:cxnChg chg="del mod">
          <ac:chgData name="Terence Yang(楊金晶_PSZ)" userId="04050711-1c2b-4376-8c27-98d2e13849ce" providerId="ADAL" clId="{CF13A368-4EDE-4C54-A8E5-A890970F4A52}" dt="2023-06-15T00:19:14.093" v="1562" actId="478"/>
          <ac:cxnSpMkLst>
            <pc:docMk/>
            <pc:sldMk cId="948828049" sldId="629"/>
            <ac:cxnSpMk id="21" creationId="{BD45FC76-BD17-F0BC-D408-A197AE52D611}"/>
          </ac:cxnSpMkLst>
        </pc:cxnChg>
        <pc:cxnChg chg="del mod">
          <ac:chgData name="Terence Yang(楊金晶_PSZ)" userId="04050711-1c2b-4376-8c27-98d2e13849ce" providerId="ADAL" clId="{CF13A368-4EDE-4C54-A8E5-A890970F4A52}" dt="2023-06-15T00:19:14.093" v="1562" actId="478"/>
          <ac:cxnSpMkLst>
            <pc:docMk/>
            <pc:sldMk cId="948828049" sldId="629"/>
            <ac:cxnSpMk id="22" creationId="{B8275338-9014-7F25-EA9C-DCED291BEE70}"/>
          </ac:cxnSpMkLst>
        </pc:cxnChg>
        <pc:cxnChg chg="del mod">
          <ac:chgData name="Terence Yang(楊金晶_PSZ)" userId="04050711-1c2b-4376-8c27-98d2e13849ce" providerId="ADAL" clId="{CF13A368-4EDE-4C54-A8E5-A890970F4A52}" dt="2023-06-15T00:19:14.093" v="1562" actId="478"/>
          <ac:cxnSpMkLst>
            <pc:docMk/>
            <pc:sldMk cId="948828049" sldId="629"/>
            <ac:cxnSpMk id="23" creationId="{E6D0DBBF-D6DD-2989-F6AC-AF805D7AC514}"/>
          </ac:cxnSpMkLst>
        </pc:cxnChg>
        <pc:cxnChg chg="del mod">
          <ac:chgData name="Terence Yang(楊金晶_PSZ)" userId="04050711-1c2b-4376-8c27-98d2e13849ce" providerId="ADAL" clId="{CF13A368-4EDE-4C54-A8E5-A890970F4A52}" dt="2023-06-15T00:19:14.093" v="1562" actId="478"/>
          <ac:cxnSpMkLst>
            <pc:docMk/>
            <pc:sldMk cId="948828049" sldId="629"/>
            <ac:cxnSpMk id="24" creationId="{301EC49B-21E6-F3F4-B963-282E151B1E7F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98" creationId="{E77668EF-6CC7-9C79-9B81-DBBFD4DF05FE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99" creationId="{30918E6C-830E-C19B-7B96-6C0BB8DF34BD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01" creationId="{1044BE0D-A50E-0D88-5C67-ED5BA39A317F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02" creationId="{8791FD02-F015-1873-A00A-4F137EADC8E7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03" creationId="{69F5766F-C78E-4C49-197C-E7C48D96C361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05" creationId="{522AD9EE-ACA9-F849-DB62-B9C8D27F1A35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08" creationId="{99015DE2-9C4F-4432-DB10-0217D7F3EFAB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12" creationId="{67E34B0E-9D60-543D-6A25-36436FE83915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13" creationId="{8A7F65DA-E8B4-AA76-6ED6-B17D6153AB3D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14" creationId="{B5F2F976-0116-8F63-7228-CCA55495182E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15" creationId="{EEB6F1BF-54E8-EEC5-D58F-E0BF2D3267B3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16" creationId="{FD2AB910-BED7-4A37-0F2F-87606167437E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17" creationId="{27FA9F87-FAA5-54BA-9824-46891DD222AB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18" creationId="{25A65683-E07A-1C43-1253-50FFB2EE120E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19" creationId="{49CBCBB0-4E9E-3244-1E97-BB210A69F900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20" creationId="{881F7156-C19A-7EBF-F048-C87460162764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21" creationId="{55995CBC-0BD7-DAD6-F0FF-970BC4F56D06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22" creationId="{899B0DF5-8484-6AD9-7282-D58AF5C0CA0D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23" creationId="{FC45973F-8594-7C62-C237-46B6BF19B617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24" creationId="{F043EC45-5E28-AF2E-3F98-130DD4B209B7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25" creationId="{D05392D0-2531-C4F2-F04B-27BCA440B67F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26" creationId="{A1F80D0D-E25D-8C3A-25EF-A1D50B3C5C44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27" creationId="{0B922A3F-CA97-FD02-6CE8-1B615DA2D1CC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28" creationId="{FBCC69A7-494E-94AA-2EA4-2554D03B6B05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29" creationId="{8CFE1CD4-BC7D-B84C-7321-CB55142B46D5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30" creationId="{4D554E54-1980-E18D-8748-2A7492BAB287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31" creationId="{B916284C-53C4-1C74-466D-0175F027A15C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32" creationId="{B3A02300-6A47-5B9A-DC32-D4AF621E9E33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33" creationId="{E6A93CE2-6426-754A-5CFB-E85A26F0162D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34" creationId="{9783EAD1-81F2-D402-7DED-A7A853AF06C6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35" creationId="{1CB8C80D-005A-4110-5969-1D1934D839D4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36" creationId="{534C74CB-E7BA-8F90-B511-65EE37295872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37" creationId="{CD7D087A-B75A-CE15-06AB-515895FD5F11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40" creationId="{40A37C20-4F6E-C21F-86F2-7E20E9808997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41" creationId="{5F5ED8B7-87A7-E47D-4A02-95201709D675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42" creationId="{0CF3BD8E-868C-1F4F-E8B7-0D44C390F634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43" creationId="{49B50039-084B-98B9-D07E-010BBFA0C739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44" creationId="{CDAED15B-C8A7-3BFC-6F01-752C1ADD83E2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45" creationId="{A67D5D1F-2CC5-C7DE-76B3-4A0EA924D2FC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46" creationId="{97844D4B-AB18-B684-BF41-0275C61A35DB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47" creationId="{7139960F-2B00-664B-71A3-366EE35C96DA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48" creationId="{A857CDA6-E750-F301-4D99-A801FCA207A5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49" creationId="{705C98A0-6AFE-81E3-3453-09C6E19BDAAE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50" creationId="{F5576A9B-2241-9571-7DFD-1EA06D430AC1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51" creationId="{D061058C-1881-79FD-2C7E-40B75D660BB5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52" creationId="{E7CCB9EB-BB63-E9CD-1DAA-F733CC2582DE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53" creationId="{C6FA0235-9576-A0F9-629E-CA270630EFDB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54" creationId="{A7E15558-404A-8D64-CB6C-80215FF50A53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55" creationId="{3CEFB74E-53AA-3FB4-0FE8-09EBC1DA2693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56" creationId="{162F20A2-34DA-B152-04C3-2B1737EB5DC8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57" creationId="{9C0C43CE-8506-7D80-8B71-0823DDAA28D0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58" creationId="{6BD952A5-D0A5-486D-6C65-122F5F19DF87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59" creationId="{4B571B58-CA5B-4F6C-AF2C-866BF56FBBA9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60" creationId="{565CE994-D4D1-375E-36BA-DF7B4FFBB62C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61" creationId="{A27413E1-F478-E4C1-761F-99FB9FCBA384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62" creationId="{63803EB6-8CF8-8E1F-63A2-44FBE2A4B407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63" creationId="{96B1FBB1-A661-0C3A-19DD-E4A487D7D643}"/>
          </ac:cxnSpMkLst>
        </pc:cxnChg>
        <pc:cxnChg chg="mod">
          <ac:chgData name="Terence Yang(楊金晶_PSZ)" userId="04050711-1c2b-4376-8c27-98d2e13849ce" providerId="ADAL" clId="{CF13A368-4EDE-4C54-A8E5-A890970F4A52}" dt="2023-06-15T00:18:48.100" v="1560"/>
          <ac:cxnSpMkLst>
            <pc:docMk/>
            <pc:sldMk cId="948828049" sldId="629"/>
            <ac:cxnSpMk id="164" creationId="{5915602B-EF65-8117-CDD8-E08754B74A94}"/>
          </ac:cxnSpMkLst>
        </pc:cxnChg>
      </pc:sldChg>
      <pc:sldMasterChg chg="delSldLayout">
        <pc:chgData name="Terence Yang(楊金晶_PSZ)" userId="04050711-1c2b-4376-8c27-98d2e13849ce" providerId="ADAL" clId="{CF13A368-4EDE-4C54-A8E5-A890970F4A52}" dt="2023-06-14T02:24:45.523" v="1071" actId="47"/>
        <pc:sldMasterMkLst>
          <pc:docMk/>
          <pc:sldMasterMk cId="3892398845" sldId="2147483648"/>
        </pc:sldMasterMkLst>
        <pc:sldLayoutChg chg="del">
          <pc:chgData name="Terence Yang(楊金晶_PSZ)" userId="04050711-1c2b-4376-8c27-98d2e13849ce" providerId="ADAL" clId="{CF13A368-4EDE-4C54-A8E5-A890970F4A52}" dt="2023-06-14T02:24:45.523" v="1071" actId="47"/>
          <pc:sldLayoutMkLst>
            <pc:docMk/>
            <pc:sldMasterMk cId="3892398845" sldId="2147483648"/>
            <pc:sldLayoutMk cId="1522603979" sldId="2147483668"/>
          </pc:sldLayoutMkLst>
        </pc:sldLayoutChg>
      </pc:sldMasterChg>
      <pc:sldMasterChg chg="del delSldLayout">
        <pc:chgData name="Terence Yang(楊金晶_PSZ)" userId="04050711-1c2b-4376-8c27-98d2e13849ce" providerId="ADAL" clId="{CF13A368-4EDE-4C54-A8E5-A890970F4A52}" dt="2023-06-14T01:44:18.446" v="656" actId="47"/>
        <pc:sldMasterMkLst>
          <pc:docMk/>
          <pc:sldMasterMk cId="783204903" sldId="2147483660"/>
        </pc:sldMasterMkLst>
        <pc:sldLayoutChg chg="del">
          <pc:chgData name="Terence Yang(楊金晶_PSZ)" userId="04050711-1c2b-4376-8c27-98d2e13849ce" providerId="ADAL" clId="{CF13A368-4EDE-4C54-A8E5-A890970F4A52}" dt="2023-06-14T01:44:18.446" v="656" actId="47"/>
          <pc:sldLayoutMkLst>
            <pc:docMk/>
            <pc:sldMasterMk cId="783204903" sldId="2147483660"/>
            <pc:sldLayoutMk cId="1352579259" sldId="2147483661"/>
          </pc:sldLayoutMkLst>
        </pc:sldLayoutChg>
        <pc:sldLayoutChg chg="del">
          <pc:chgData name="Terence Yang(楊金晶_PSZ)" userId="04050711-1c2b-4376-8c27-98d2e13849ce" providerId="ADAL" clId="{CF13A368-4EDE-4C54-A8E5-A890970F4A52}" dt="2023-06-14T01:44:18.446" v="656" actId="47"/>
          <pc:sldLayoutMkLst>
            <pc:docMk/>
            <pc:sldMasterMk cId="783204903" sldId="2147483660"/>
            <pc:sldLayoutMk cId="3975927318" sldId="2147483662"/>
          </pc:sldLayoutMkLst>
        </pc:sldLayoutChg>
        <pc:sldLayoutChg chg="del">
          <pc:chgData name="Terence Yang(楊金晶_PSZ)" userId="04050711-1c2b-4376-8c27-98d2e13849ce" providerId="ADAL" clId="{CF13A368-4EDE-4C54-A8E5-A890970F4A52}" dt="2023-06-14T01:44:18.446" v="656" actId="47"/>
          <pc:sldLayoutMkLst>
            <pc:docMk/>
            <pc:sldMasterMk cId="783204903" sldId="2147483660"/>
            <pc:sldLayoutMk cId="511796785" sldId="2147483663"/>
          </pc:sldLayoutMkLst>
        </pc:sldLayoutChg>
        <pc:sldLayoutChg chg="del">
          <pc:chgData name="Terence Yang(楊金晶_PSZ)" userId="04050711-1c2b-4376-8c27-98d2e13849ce" providerId="ADAL" clId="{CF13A368-4EDE-4C54-A8E5-A890970F4A52}" dt="2023-06-14T01:44:18.446" v="656" actId="47"/>
          <pc:sldLayoutMkLst>
            <pc:docMk/>
            <pc:sldMasterMk cId="783204903" sldId="2147483660"/>
            <pc:sldLayoutMk cId="1511285717" sldId="2147483664"/>
          </pc:sldLayoutMkLst>
        </pc:sldLayoutChg>
        <pc:sldLayoutChg chg="del">
          <pc:chgData name="Terence Yang(楊金晶_PSZ)" userId="04050711-1c2b-4376-8c27-98d2e13849ce" providerId="ADAL" clId="{CF13A368-4EDE-4C54-A8E5-A890970F4A52}" dt="2023-06-14T01:44:18.446" v="656" actId="47"/>
          <pc:sldLayoutMkLst>
            <pc:docMk/>
            <pc:sldMasterMk cId="783204903" sldId="2147483660"/>
            <pc:sldLayoutMk cId="2683923819" sldId="2147483665"/>
          </pc:sldLayoutMkLst>
        </pc:sldLayoutChg>
        <pc:sldLayoutChg chg="del">
          <pc:chgData name="Terence Yang(楊金晶_PSZ)" userId="04050711-1c2b-4376-8c27-98d2e13849ce" providerId="ADAL" clId="{CF13A368-4EDE-4C54-A8E5-A890970F4A52}" dt="2023-06-14T01:44:18.446" v="656" actId="47"/>
          <pc:sldLayoutMkLst>
            <pc:docMk/>
            <pc:sldMasterMk cId="783204903" sldId="2147483660"/>
            <pc:sldLayoutMk cId="1287480887" sldId="2147483666"/>
          </pc:sldLayoutMkLst>
        </pc:sldLayoutChg>
        <pc:sldLayoutChg chg="del">
          <pc:chgData name="Terence Yang(楊金晶_PSZ)" userId="04050711-1c2b-4376-8c27-98d2e13849ce" providerId="ADAL" clId="{CF13A368-4EDE-4C54-A8E5-A890970F4A52}" dt="2023-06-14T01:44:18.446" v="656" actId="47"/>
          <pc:sldLayoutMkLst>
            <pc:docMk/>
            <pc:sldMasterMk cId="783204903" sldId="2147483660"/>
            <pc:sldLayoutMk cId="2880502988" sldId="2147483667"/>
          </pc:sldLayoutMkLst>
        </pc:sldLayoutChg>
      </pc:sldMasterChg>
      <pc:sldMasterChg chg="del delSldLayout">
        <pc:chgData name="Terence Yang(楊金晶_PSZ)" userId="04050711-1c2b-4376-8c27-98d2e13849ce" providerId="ADAL" clId="{CF13A368-4EDE-4C54-A8E5-A890970F4A52}" dt="2023-06-14T00:15:35.187" v="122" actId="47"/>
        <pc:sldMasterMkLst>
          <pc:docMk/>
          <pc:sldMasterMk cId="1628423270" sldId="2147483660"/>
        </pc:sldMasterMkLst>
        <pc:sldLayoutChg chg="del">
          <pc:chgData name="Terence Yang(楊金晶_PSZ)" userId="04050711-1c2b-4376-8c27-98d2e13849ce" providerId="ADAL" clId="{CF13A368-4EDE-4C54-A8E5-A890970F4A52}" dt="2023-06-14T00:15:35.187" v="122" actId="47"/>
          <pc:sldLayoutMkLst>
            <pc:docMk/>
            <pc:sldMasterMk cId="1628423270" sldId="2147483660"/>
            <pc:sldLayoutMk cId="107700803" sldId="2147483661"/>
          </pc:sldLayoutMkLst>
        </pc:sldLayoutChg>
        <pc:sldLayoutChg chg="del">
          <pc:chgData name="Terence Yang(楊金晶_PSZ)" userId="04050711-1c2b-4376-8c27-98d2e13849ce" providerId="ADAL" clId="{CF13A368-4EDE-4C54-A8E5-A890970F4A52}" dt="2023-06-14T00:15:35.187" v="122" actId="47"/>
          <pc:sldLayoutMkLst>
            <pc:docMk/>
            <pc:sldMasterMk cId="1628423270" sldId="2147483660"/>
            <pc:sldLayoutMk cId="2238260197" sldId="2147483662"/>
          </pc:sldLayoutMkLst>
        </pc:sldLayoutChg>
        <pc:sldLayoutChg chg="del">
          <pc:chgData name="Terence Yang(楊金晶_PSZ)" userId="04050711-1c2b-4376-8c27-98d2e13849ce" providerId="ADAL" clId="{CF13A368-4EDE-4C54-A8E5-A890970F4A52}" dt="2023-06-14T00:15:35.187" v="122" actId="47"/>
          <pc:sldLayoutMkLst>
            <pc:docMk/>
            <pc:sldMasterMk cId="1628423270" sldId="2147483660"/>
            <pc:sldLayoutMk cId="2724838752" sldId="2147483663"/>
          </pc:sldLayoutMkLst>
        </pc:sldLayoutChg>
        <pc:sldLayoutChg chg="del">
          <pc:chgData name="Terence Yang(楊金晶_PSZ)" userId="04050711-1c2b-4376-8c27-98d2e13849ce" providerId="ADAL" clId="{CF13A368-4EDE-4C54-A8E5-A890970F4A52}" dt="2023-06-14T00:15:35.187" v="122" actId="47"/>
          <pc:sldLayoutMkLst>
            <pc:docMk/>
            <pc:sldMasterMk cId="1628423270" sldId="2147483660"/>
            <pc:sldLayoutMk cId="759000412" sldId="2147483664"/>
          </pc:sldLayoutMkLst>
        </pc:sldLayoutChg>
        <pc:sldLayoutChg chg="del">
          <pc:chgData name="Terence Yang(楊金晶_PSZ)" userId="04050711-1c2b-4376-8c27-98d2e13849ce" providerId="ADAL" clId="{CF13A368-4EDE-4C54-A8E5-A890970F4A52}" dt="2023-06-14T00:15:35.187" v="122" actId="47"/>
          <pc:sldLayoutMkLst>
            <pc:docMk/>
            <pc:sldMasterMk cId="1628423270" sldId="2147483660"/>
            <pc:sldLayoutMk cId="2778875744" sldId="2147483665"/>
          </pc:sldLayoutMkLst>
        </pc:sldLayoutChg>
        <pc:sldLayoutChg chg="del">
          <pc:chgData name="Terence Yang(楊金晶_PSZ)" userId="04050711-1c2b-4376-8c27-98d2e13849ce" providerId="ADAL" clId="{CF13A368-4EDE-4C54-A8E5-A890970F4A52}" dt="2023-06-14T00:15:35.187" v="122" actId="47"/>
          <pc:sldLayoutMkLst>
            <pc:docMk/>
            <pc:sldMasterMk cId="1628423270" sldId="2147483660"/>
            <pc:sldLayoutMk cId="2080393726" sldId="2147483666"/>
          </pc:sldLayoutMkLst>
        </pc:sldLayoutChg>
        <pc:sldLayoutChg chg="del">
          <pc:chgData name="Terence Yang(楊金晶_PSZ)" userId="04050711-1c2b-4376-8c27-98d2e13849ce" providerId="ADAL" clId="{CF13A368-4EDE-4C54-A8E5-A890970F4A52}" dt="2023-06-14T00:15:35.187" v="122" actId="47"/>
          <pc:sldLayoutMkLst>
            <pc:docMk/>
            <pc:sldMasterMk cId="1628423270" sldId="2147483660"/>
            <pc:sldLayoutMk cId="3725519429" sldId="2147483667"/>
          </pc:sldLayoutMkLst>
        </pc:sldLayoutChg>
      </pc:sldMasterChg>
      <pc:sldMasterChg chg="delSldLayout">
        <pc:chgData name="Terence Yang(楊金晶_PSZ)" userId="04050711-1c2b-4376-8c27-98d2e13849ce" providerId="ADAL" clId="{CF13A368-4EDE-4C54-A8E5-A890970F4A52}" dt="2023-06-14T03:03:03.816" v="1281" actId="47"/>
        <pc:sldMasterMkLst>
          <pc:docMk/>
          <pc:sldMasterMk cId="2963059726" sldId="2147483660"/>
        </pc:sldMasterMkLst>
        <pc:sldLayoutChg chg="del">
          <pc:chgData name="Terence Yang(楊金晶_PSZ)" userId="04050711-1c2b-4376-8c27-98d2e13849ce" providerId="ADAL" clId="{CF13A368-4EDE-4C54-A8E5-A890970F4A52}" dt="2023-06-14T03:03:03.816" v="1281" actId="47"/>
          <pc:sldLayoutMkLst>
            <pc:docMk/>
            <pc:sldMasterMk cId="2963059726" sldId="2147483660"/>
            <pc:sldLayoutMk cId="1817910940" sldId="2147483668"/>
          </pc:sldLayoutMkLst>
        </pc:sldLayoutChg>
      </pc:sldMasterChg>
    </pc:docChg>
  </pc:docChgLst>
  <pc:docChgLst>
    <pc:chgData name="Terence Yang(楊金晶_PSZ)" userId="04050711-1c2b-4376-8c27-98d2e13849ce" providerId="ADAL" clId="{9F3395C2-1C42-496B-8D8D-0B0886CB10DC}"/>
    <pc:docChg chg="undo redo custSel addSld delSld modSld sldOrd">
      <pc:chgData name="Terence Yang(楊金晶_PSZ)" userId="04050711-1c2b-4376-8c27-98d2e13849ce" providerId="ADAL" clId="{9F3395C2-1C42-496B-8D8D-0B0886CB10DC}" dt="2023-06-15T07:51:41.836" v="887" actId="164"/>
      <pc:docMkLst>
        <pc:docMk/>
      </pc:docMkLst>
      <pc:sldChg chg="addSp delSp mod">
        <pc:chgData name="Terence Yang(楊金晶_PSZ)" userId="04050711-1c2b-4376-8c27-98d2e13849ce" providerId="ADAL" clId="{9F3395C2-1C42-496B-8D8D-0B0886CB10DC}" dt="2023-06-15T04:59:01.219" v="808" actId="21"/>
        <pc:sldMkLst>
          <pc:docMk/>
          <pc:sldMk cId="1301704567" sldId="275"/>
        </pc:sldMkLst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16" creationId="{34A721A6-B85F-6133-98F8-031DF6ED6FB9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17" creationId="{03C77AFC-C1A2-8FC7-AB2D-0AA48F8583BE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20" creationId="{7D8F8A8B-BA45-799A-319C-B9C43B9554F4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21" creationId="{E98FAC81-5BEB-C8EE-AB93-FD5089A8A870}"/>
          </ac:spMkLst>
        </pc:spChg>
        <pc:spChg chg="add del">
          <ac:chgData name="Terence Yang(楊金晶_PSZ)" userId="04050711-1c2b-4376-8c27-98d2e13849ce" providerId="ADAL" clId="{9F3395C2-1C42-496B-8D8D-0B0886CB10DC}" dt="2023-06-15T04:58:28.235" v="804" actId="21"/>
          <ac:spMkLst>
            <pc:docMk/>
            <pc:sldMk cId="1301704567" sldId="275"/>
            <ac:spMk id="624" creationId="{BC4DCD1D-C8EA-6683-8A5E-2A0DFD28617A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25" creationId="{D39D07CD-39FB-D811-0D79-EFAF48BFD2D4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26" creationId="{6C4D70E9-8B80-16E3-95F9-9F596640064A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27" creationId="{50695ED5-5EDC-5445-D4E9-DA7534FF86F0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28" creationId="{F1B3CAC4-DED7-016B-3194-EEB2B0D90D6D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36" creationId="{5685ACB4-6488-AEE8-7524-175FF0F4C0AC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37" creationId="{475462C0-C681-B479-4A1F-CD026C371B3C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38" creationId="{A59F1AB0-89F4-33FC-AC40-1E661C604B80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41" creationId="{30C09652-8E99-AF67-6017-6BBEEF64B091}"/>
          </ac:spMkLst>
        </pc:spChg>
        <pc:spChg chg="add del">
          <ac:chgData name="Terence Yang(楊金晶_PSZ)" userId="04050711-1c2b-4376-8c27-98d2e13849ce" providerId="ADAL" clId="{9F3395C2-1C42-496B-8D8D-0B0886CB10DC}" dt="2023-06-15T04:58:28.235" v="804" actId="21"/>
          <ac:spMkLst>
            <pc:docMk/>
            <pc:sldMk cId="1301704567" sldId="275"/>
            <ac:spMk id="644" creationId="{3B446A93-DF8D-8CDD-ACFA-6D60E33DFAC9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46" creationId="{A358CD00-56A4-B774-E0FD-8826FEBCDA3E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47" creationId="{148F58CF-FFA5-060A-2D4F-C5E50ACCC5F8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48" creationId="{02962254-7EF6-BE85-0DD9-263CA9C7242E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49" creationId="{55EA7E72-F45C-C4E5-2C41-C77A71A497C6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50" creationId="{B7FBD959-EDDA-A7C9-835C-CCA97F33E242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51" creationId="{E2ABEF7E-C68C-86FD-23B0-4338FDB93994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652" creationId="{AE1569B7-33C7-A17C-16CC-1199FD54F537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1729" creationId="{A5235487-D44D-6219-75C0-F65AEB8614B1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1730" creationId="{65150717-3992-C14A-1277-55D89D5B5290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1731" creationId="{8DDA5A13-35E6-26B3-CA2F-C6E2C74659FE}"/>
          </ac:spMkLst>
        </pc:spChg>
        <pc:spChg chg="add del">
          <ac:chgData name="Terence Yang(楊金晶_PSZ)" userId="04050711-1c2b-4376-8c27-98d2e13849ce" providerId="ADAL" clId="{9F3395C2-1C42-496B-8D8D-0B0886CB10DC}" dt="2023-06-15T04:59:01.219" v="808" actId="21"/>
          <ac:spMkLst>
            <pc:docMk/>
            <pc:sldMk cId="1301704567" sldId="275"/>
            <ac:spMk id="1732" creationId="{D5832AA1-BD2B-E12D-A0CD-E93537F4D2DB}"/>
          </ac:spMkLst>
        </pc:spChg>
        <pc:spChg chg="add del">
          <ac:chgData name="Terence Yang(楊金晶_PSZ)" userId="04050711-1c2b-4376-8c27-98d2e13849ce" providerId="ADAL" clId="{9F3395C2-1C42-496B-8D8D-0B0886CB10DC}" dt="2023-06-15T04:58:28.235" v="804" actId="21"/>
          <ac:spMkLst>
            <pc:docMk/>
            <pc:sldMk cId="1301704567" sldId="275"/>
            <ac:spMk id="1742" creationId="{198195D2-8984-0B1E-87AC-6A6D197F77EA}"/>
          </ac:spMkLst>
        </pc:spChg>
        <pc:picChg chg="add del">
          <ac:chgData name="Terence Yang(楊金晶_PSZ)" userId="04050711-1c2b-4376-8c27-98d2e13849ce" providerId="ADAL" clId="{9F3395C2-1C42-496B-8D8D-0B0886CB10DC}" dt="2023-06-15T04:59:01.219" v="808" actId="21"/>
          <ac:picMkLst>
            <pc:docMk/>
            <pc:sldMk cId="1301704567" sldId="275"/>
            <ac:picMk id="1699" creationId="{85EE1DF6-9E02-8D70-4D2F-42727B45DF75}"/>
          </ac:picMkLst>
        </pc:picChg>
        <pc:picChg chg="add del">
          <ac:chgData name="Terence Yang(楊金晶_PSZ)" userId="04050711-1c2b-4376-8c27-98d2e13849ce" providerId="ADAL" clId="{9F3395C2-1C42-496B-8D8D-0B0886CB10DC}" dt="2023-06-15T04:59:01.219" v="808" actId="21"/>
          <ac:picMkLst>
            <pc:docMk/>
            <pc:sldMk cId="1301704567" sldId="275"/>
            <ac:picMk id="1702" creationId="{074B1052-FD18-3788-0CDD-89AA1C91A519}"/>
          </ac:picMkLst>
        </pc:picChg>
        <pc:picChg chg="add del">
          <ac:chgData name="Terence Yang(楊金晶_PSZ)" userId="04050711-1c2b-4376-8c27-98d2e13849ce" providerId="ADAL" clId="{9F3395C2-1C42-496B-8D8D-0B0886CB10DC}" dt="2023-06-15T04:59:01.219" v="808" actId="21"/>
          <ac:picMkLst>
            <pc:docMk/>
            <pc:sldMk cId="1301704567" sldId="275"/>
            <ac:picMk id="1727" creationId="{E5DCF7A0-4536-6381-2676-A00B2FA8E4EB}"/>
          </ac:picMkLst>
        </pc:picChg>
        <pc:cxnChg chg="add del">
          <ac:chgData name="Terence Yang(楊金晶_PSZ)" userId="04050711-1c2b-4376-8c27-98d2e13849ce" providerId="ADAL" clId="{9F3395C2-1C42-496B-8D8D-0B0886CB10DC}" dt="2023-06-15T04:59:01.219" v="808" actId="21"/>
          <ac:cxnSpMkLst>
            <pc:docMk/>
            <pc:sldMk cId="1301704567" sldId="275"/>
            <ac:cxnSpMk id="683" creationId="{62532A34-D6EF-68DE-0D3D-7C59BF7EADEE}"/>
          </ac:cxnSpMkLst>
        </pc:cxnChg>
        <pc:cxnChg chg="add del">
          <ac:chgData name="Terence Yang(楊金晶_PSZ)" userId="04050711-1c2b-4376-8c27-98d2e13849ce" providerId="ADAL" clId="{9F3395C2-1C42-496B-8D8D-0B0886CB10DC}" dt="2023-06-15T04:58:28.235" v="804" actId="21"/>
          <ac:cxnSpMkLst>
            <pc:docMk/>
            <pc:sldMk cId="1301704567" sldId="275"/>
            <ac:cxnSpMk id="707" creationId="{327267EC-52FF-4986-A924-9C8B80777AC8}"/>
          </ac:cxnSpMkLst>
        </pc:cxnChg>
        <pc:cxnChg chg="add del">
          <ac:chgData name="Terence Yang(楊金晶_PSZ)" userId="04050711-1c2b-4376-8c27-98d2e13849ce" providerId="ADAL" clId="{9F3395C2-1C42-496B-8D8D-0B0886CB10DC}" dt="2023-06-15T04:58:28.235" v="804" actId="21"/>
          <ac:cxnSpMkLst>
            <pc:docMk/>
            <pc:sldMk cId="1301704567" sldId="275"/>
            <ac:cxnSpMk id="1596" creationId="{B10C1764-6562-0EDB-8680-0917CCE45641}"/>
          </ac:cxnSpMkLst>
        </pc:cxnChg>
        <pc:cxnChg chg="add del">
          <ac:chgData name="Terence Yang(楊金晶_PSZ)" userId="04050711-1c2b-4376-8c27-98d2e13849ce" providerId="ADAL" clId="{9F3395C2-1C42-496B-8D8D-0B0886CB10DC}" dt="2023-06-15T04:59:01.219" v="808" actId="21"/>
          <ac:cxnSpMkLst>
            <pc:docMk/>
            <pc:sldMk cId="1301704567" sldId="275"/>
            <ac:cxnSpMk id="1620" creationId="{F2DCD467-43B8-FC70-5865-4AB02AD64B82}"/>
          </ac:cxnSpMkLst>
        </pc:cxnChg>
        <pc:cxnChg chg="add del">
          <ac:chgData name="Terence Yang(楊金晶_PSZ)" userId="04050711-1c2b-4376-8c27-98d2e13849ce" providerId="ADAL" clId="{9F3395C2-1C42-496B-8D8D-0B0886CB10DC}" dt="2023-06-15T04:59:01.219" v="808" actId="21"/>
          <ac:cxnSpMkLst>
            <pc:docMk/>
            <pc:sldMk cId="1301704567" sldId="275"/>
            <ac:cxnSpMk id="1655" creationId="{B0671874-17D8-0B3B-6759-BDF11953DD55}"/>
          </ac:cxnSpMkLst>
        </pc:cxnChg>
        <pc:cxnChg chg="add del">
          <ac:chgData name="Terence Yang(楊金晶_PSZ)" userId="04050711-1c2b-4376-8c27-98d2e13849ce" providerId="ADAL" clId="{9F3395C2-1C42-496B-8D8D-0B0886CB10DC}" dt="2023-06-15T04:59:01.219" v="808" actId="21"/>
          <ac:cxnSpMkLst>
            <pc:docMk/>
            <pc:sldMk cId="1301704567" sldId="275"/>
            <ac:cxnSpMk id="1673" creationId="{7F8D9C65-6695-5F58-9228-70C345FD8521}"/>
          </ac:cxnSpMkLst>
        </pc:cxnChg>
        <pc:cxnChg chg="add del">
          <ac:chgData name="Terence Yang(楊金晶_PSZ)" userId="04050711-1c2b-4376-8c27-98d2e13849ce" providerId="ADAL" clId="{9F3395C2-1C42-496B-8D8D-0B0886CB10DC}" dt="2023-06-15T04:59:01.219" v="808" actId="21"/>
          <ac:cxnSpMkLst>
            <pc:docMk/>
            <pc:sldMk cId="1301704567" sldId="275"/>
            <ac:cxnSpMk id="1674" creationId="{C2FDF7F5-EF7E-B1CC-2831-19590EBBA056}"/>
          </ac:cxnSpMkLst>
        </pc:cxnChg>
        <pc:cxnChg chg="add del">
          <ac:chgData name="Terence Yang(楊金晶_PSZ)" userId="04050711-1c2b-4376-8c27-98d2e13849ce" providerId="ADAL" clId="{9F3395C2-1C42-496B-8D8D-0B0886CB10DC}" dt="2023-06-15T04:58:28.235" v="804" actId="21"/>
          <ac:cxnSpMkLst>
            <pc:docMk/>
            <pc:sldMk cId="1301704567" sldId="275"/>
            <ac:cxnSpMk id="1678" creationId="{0C3B7E00-A5E7-A38B-2DA5-099E6D6D457D}"/>
          </ac:cxnSpMkLst>
        </pc:cxnChg>
      </pc:sldChg>
      <pc:sldChg chg="modSp mod">
        <pc:chgData name="Terence Yang(楊金晶_PSZ)" userId="04050711-1c2b-4376-8c27-98d2e13849ce" providerId="ADAL" clId="{9F3395C2-1C42-496B-8D8D-0B0886CB10DC}" dt="2023-06-15T06:21:59.723" v="864" actId="1076"/>
        <pc:sldMkLst>
          <pc:docMk/>
          <pc:sldMk cId="3540519852" sldId="278"/>
        </pc:sldMkLst>
        <pc:grpChg chg="mod">
          <ac:chgData name="Terence Yang(楊金晶_PSZ)" userId="04050711-1c2b-4376-8c27-98d2e13849ce" providerId="ADAL" clId="{9F3395C2-1C42-496B-8D8D-0B0886CB10DC}" dt="2023-06-15T06:21:59.723" v="864" actId="1076"/>
          <ac:grpSpMkLst>
            <pc:docMk/>
            <pc:sldMk cId="3540519852" sldId="278"/>
            <ac:grpSpMk id="1211" creationId="{9D29861F-19A0-42ED-2DC3-A46DF15B1E57}"/>
          </ac:grpSpMkLst>
        </pc:grpChg>
      </pc:sldChg>
      <pc:sldChg chg="modSp mod">
        <pc:chgData name="Terence Yang(楊金晶_PSZ)" userId="04050711-1c2b-4376-8c27-98d2e13849ce" providerId="ADAL" clId="{9F3395C2-1C42-496B-8D8D-0B0886CB10DC}" dt="2023-06-15T06:58:34.834" v="882" actId="1076"/>
        <pc:sldMkLst>
          <pc:docMk/>
          <pc:sldMk cId="2943405488" sldId="279"/>
        </pc:sldMkLst>
        <pc:grpChg chg="mod">
          <ac:chgData name="Terence Yang(楊金晶_PSZ)" userId="04050711-1c2b-4376-8c27-98d2e13849ce" providerId="ADAL" clId="{9F3395C2-1C42-496B-8D8D-0B0886CB10DC}" dt="2023-06-15T06:58:34.834" v="882" actId="1076"/>
          <ac:grpSpMkLst>
            <pc:docMk/>
            <pc:sldMk cId="2943405488" sldId="279"/>
            <ac:grpSpMk id="1211" creationId="{9D29861F-19A0-42ED-2DC3-A46DF15B1E57}"/>
          </ac:grpSpMkLst>
        </pc:grpChg>
      </pc:sldChg>
      <pc:sldChg chg="addSp delSp mod setBg">
        <pc:chgData name="Terence Yang(楊金晶_PSZ)" userId="04050711-1c2b-4376-8c27-98d2e13849ce" providerId="ADAL" clId="{9F3395C2-1C42-496B-8D8D-0B0886CB10DC}" dt="2023-06-15T03:03:39.127" v="163" actId="21"/>
        <pc:sldMkLst>
          <pc:docMk/>
          <pc:sldMk cId="3958268717" sldId="280"/>
        </pc:sldMkLst>
        <pc:spChg chg="add del">
          <ac:chgData name="Terence Yang(楊金晶_PSZ)" userId="04050711-1c2b-4376-8c27-98d2e13849ce" providerId="ADAL" clId="{9F3395C2-1C42-496B-8D8D-0B0886CB10DC}" dt="2023-06-15T03:02:30.095" v="155" actId="21"/>
          <ac:spMkLst>
            <pc:docMk/>
            <pc:sldMk cId="3958268717" sldId="280"/>
            <ac:spMk id="687" creationId="{A5532B67-1759-2B14-E89F-BEE0EC8E45E0}"/>
          </ac:spMkLst>
        </pc:spChg>
        <pc:spChg chg="add del">
          <ac:chgData name="Terence Yang(楊金晶_PSZ)" userId="04050711-1c2b-4376-8c27-98d2e13849ce" providerId="ADAL" clId="{9F3395C2-1C42-496B-8D8D-0B0886CB10DC}" dt="2023-06-15T03:02:30.095" v="155" actId="21"/>
          <ac:spMkLst>
            <pc:docMk/>
            <pc:sldMk cId="3958268717" sldId="280"/>
            <ac:spMk id="689" creationId="{10EA1E75-3FDE-8146-8727-F32D691BB907}"/>
          </ac:spMkLst>
        </pc:spChg>
        <pc:grpChg chg="add del">
          <ac:chgData name="Terence Yang(楊金晶_PSZ)" userId="04050711-1c2b-4376-8c27-98d2e13849ce" providerId="ADAL" clId="{9F3395C2-1C42-496B-8D8D-0B0886CB10DC}" dt="2023-06-15T03:03:39.127" v="163" actId="21"/>
          <ac:grpSpMkLst>
            <pc:docMk/>
            <pc:sldMk cId="3958268717" sldId="280"/>
            <ac:grpSpMk id="666" creationId="{2CA5FDAE-79CE-CAD6-D290-F484E317C78C}"/>
          </ac:grpSpMkLst>
        </pc:grpChg>
      </pc:sldChg>
      <pc:sldChg chg="addSp delSp modSp new mod setBg">
        <pc:chgData name="Terence Yang(楊金晶_PSZ)" userId="04050711-1c2b-4376-8c27-98d2e13849ce" providerId="ADAL" clId="{9F3395C2-1C42-496B-8D8D-0B0886CB10DC}" dt="2023-06-15T03:04:04.967" v="176" actId="478"/>
        <pc:sldMkLst>
          <pc:docMk/>
          <pc:sldMk cId="1786689073" sldId="629"/>
        </pc:sldMkLst>
        <pc:spChg chg="del">
          <ac:chgData name="Terence Yang(楊金晶_PSZ)" userId="04050711-1c2b-4376-8c27-98d2e13849ce" providerId="ADAL" clId="{9F3395C2-1C42-496B-8D8D-0B0886CB10DC}" dt="2023-06-15T02:56:10.595" v="11" actId="478"/>
          <ac:spMkLst>
            <pc:docMk/>
            <pc:sldMk cId="1786689073" sldId="629"/>
            <ac:spMk id="2" creationId="{8E709AA5-F396-C7B9-B712-3CC05E0DD335}"/>
          </ac:spMkLst>
        </pc:spChg>
        <pc:spChg chg="del">
          <ac:chgData name="Terence Yang(楊金晶_PSZ)" userId="04050711-1c2b-4376-8c27-98d2e13849ce" providerId="ADAL" clId="{9F3395C2-1C42-496B-8D8D-0B0886CB10DC}" dt="2023-06-15T02:56:10.595" v="11" actId="478"/>
          <ac:spMkLst>
            <pc:docMk/>
            <pc:sldMk cId="1786689073" sldId="629"/>
            <ac:spMk id="3" creationId="{EC5122F3-7255-817B-0B25-F72446C47ACE}"/>
          </ac:spMkLst>
        </pc:spChg>
        <pc:spChg chg="add del mod topLvl">
          <ac:chgData name="Terence Yang(楊金晶_PSZ)" userId="04050711-1c2b-4376-8c27-98d2e13849ce" providerId="ADAL" clId="{9F3395C2-1C42-496B-8D8D-0B0886CB10DC}" dt="2023-06-15T02:56:52.984" v="24" actId="21"/>
          <ac:spMkLst>
            <pc:docMk/>
            <pc:sldMk cId="1786689073" sldId="629"/>
            <ac:spMk id="8" creationId="{11A1148D-2263-4917-BB01-AA433EA9112E}"/>
          </ac:spMkLst>
        </pc:spChg>
        <pc:spChg chg="add del mod topLvl">
          <ac:chgData name="Terence Yang(楊金晶_PSZ)" userId="04050711-1c2b-4376-8c27-98d2e13849ce" providerId="ADAL" clId="{9F3395C2-1C42-496B-8D8D-0B0886CB10DC}" dt="2023-06-15T02:56:52.984" v="24" actId="21"/>
          <ac:spMkLst>
            <pc:docMk/>
            <pc:sldMk cId="1786689073" sldId="629"/>
            <ac:spMk id="9" creationId="{0AB57713-B563-EEE3-4D30-7C0777DC2CA0}"/>
          </ac:spMkLst>
        </pc:spChg>
        <pc:spChg chg="del mod topLvl">
          <ac:chgData name="Terence Yang(楊金晶_PSZ)" userId="04050711-1c2b-4376-8c27-98d2e13849ce" providerId="ADAL" clId="{9F3395C2-1C42-496B-8D8D-0B0886CB10DC}" dt="2023-06-15T02:57:07.336" v="28" actId="21"/>
          <ac:spMkLst>
            <pc:docMk/>
            <pc:sldMk cId="1786689073" sldId="629"/>
            <ac:spMk id="10" creationId="{D6011C6C-CDF0-1243-0BB6-D9BA2B507503}"/>
          </ac:spMkLst>
        </pc:spChg>
        <pc:spChg chg="del mod topLvl">
          <ac:chgData name="Terence Yang(楊金晶_PSZ)" userId="04050711-1c2b-4376-8c27-98d2e13849ce" providerId="ADAL" clId="{9F3395C2-1C42-496B-8D8D-0B0886CB10DC}" dt="2023-06-15T02:57:07.336" v="28" actId="21"/>
          <ac:spMkLst>
            <pc:docMk/>
            <pc:sldMk cId="1786689073" sldId="629"/>
            <ac:spMk id="11" creationId="{89877810-2D77-B914-6A93-D1C9CEB57E09}"/>
          </ac:spMkLst>
        </pc:spChg>
        <pc:spChg chg="del mod topLvl">
          <ac:chgData name="Terence Yang(楊金晶_PSZ)" userId="04050711-1c2b-4376-8c27-98d2e13849ce" providerId="ADAL" clId="{9F3395C2-1C42-496B-8D8D-0B0886CB10DC}" dt="2023-06-15T02:57:07.336" v="28" actId="21"/>
          <ac:spMkLst>
            <pc:docMk/>
            <pc:sldMk cId="1786689073" sldId="629"/>
            <ac:spMk id="12" creationId="{5088A71B-8C24-D0B4-D62D-C3D9CD8FBB43}"/>
          </ac:spMkLst>
        </pc:spChg>
        <pc:spChg chg="del mod topLvl">
          <ac:chgData name="Terence Yang(楊金晶_PSZ)" userId="04050711-1c2b-4376-8c27-98d2e13849ce" providerId="ADAL" clId="{9F3395C2-1C42-496B-8D8D-0B0886CB10DC}" dt="2023-06-15T02:57:07.336" v="28" actId="21"/>
          <ac:spMkLst>
            <pc:docMk/>
            <pc:sldMk cId="1786689073" sldId="629"/>
            <ac:spMk id="13" creationId="{FCFDE4EE-F769-3FB0-2968-AC6EF43D9E02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16" creationId="{34389188-6F12-386B-5578-01D9214390AF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17" creationId="{E73ECB75-F9D1-2883-3F8B-46C854C11585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18" creationId="{B45EDCFF-B3E6-FB72-10E2-0972553759B9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19" creationId="{E4ABE159-0B03-7AE0-6CDE-956273CE6358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20" creationId="{AC13497F-CB1E-3C65-0B7D-205018E38E54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21" creationId="{4CC60D79-FC1D-AC60-19D0-0C791F564019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22" creationId="{81F1D32B-2BA6-71DA-27E4-440DFCDCFC36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23" creationId="{0AD5466E-4FDC-D12E-07BE-AEE566957C8E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24" creationId="{5035635C-55F9-1E9B-6C65-8B69FC0CA9D3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25" creationId="{944C7684-B16B-ED02-8C6C-386D32B4EDFA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26" creationId="{D6F27EBC-FBBF-01B3-B3C1-15A03D35DC52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27" creationId="{41C48C80-4C6F-4BD5-84ED-A7DDFA4FA7F4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28" creationId="{B50202F3-C0B3-4CB2-25AA-1980CAC41831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29" creationId="{3748E7BB-2219-D779-994A-4B9E6EB70398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30" creationId="{F2000CAB-D733-961C-26BB-9272DDB0F159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31" creationId="{52AF96A7-0D3D-CDFD-F058-E39C4D41D58F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32" creationId="{A2F4192C-3C40-226A-33ED-120594795A79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33" creationId="{C237271F-0F83-DC10-DDAC-8D8C662C1378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34" creationId="{9110D20F-E1FF-19C2-AE3E-8D8B1E7C2BB2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35" creationId="{CB05A03D-7999-D32B-9F4D-F04A3AC24130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36" creationId="{CDBA3E61-4622-C960-16DB-A1F2F25391FA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37" creationId="{4137053D-74F8-84B5-19EA-A380D79C6C18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38" creationId="{18869C31-4CE4-1FB2-F128-075420ABB4C9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39" creationId="{87CABE29-D6D7-EE3D-68C7-32E5E4C54BA6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40" creationId="{DF702E81-96D2-9D44-78E6-8814624C21AC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41" creationId="{0EAD9CA5-3FDC-3D93-A12B-9317284C6F30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42" creationId="{8528E490-7389-817F-AD90-0DE77474BACE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43" creationId="{96024FAC-3985-54F3-B9ED-C7F1C8FBB7DB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44" creationId="{B258058B-A50C-96EB-CF9B-1534A0AC8ADE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45" creationId="{02C21EDB-4414-0C56-7C7B-18AE93E07CBD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46" creationId="{A40CB45A-0B8D-C226-37E2-8BF86A6327E6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47" creationId="{C373910C-71E4-3698-6CBB-688B492963D3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48" creationId="{CCBC389A-19FB-901A-7C17-4D6257A28DCA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49" creationId="{2501FB36-706C-8355-866F-2CA74F89A109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50" creationId="{E9A26E7F-C834-0EEB-9456-7C0D43893176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51" creationId="{29EBC2BA-9202-61C7-14E6-7EE82B8DD81B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52" creationId="{AAB8AA67-79FA-57A3-A69B-CA2B166F2F23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53" creationId="{FB47BE62-2BF1-4AD2-5841-0B478F980988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54" creationId="{F5937A83-F377-8AEE-7B1D-16D0A95616B1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55" creationId="{60587542-4DAA-C2BF-C38A-2EC0BCAE77DD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56" creationId="{C9DB9A2E-6BFD-C574-4EC6-273D1D73CCFE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57" creationId="{04FB0476-D8F6-F309-F51F-24BC9AF0C781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58" creationId="{AEC6BE79-3E66-29B8-F568-3A0EF5E7EB25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59" creationId="{6DBC1325-32CC-162F-F62A-6ABE5F49A664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60" creationId="{5A98FEEE-8110-82BD-CD86-BFCC8A4CFA1D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61" creationId="{BE1AEFFB-98F4-9202-09F1-7A673FD2A599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62" creationId="{1DA998EC-4B76-B6C6-0F00-6C07A65876BA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63" creationId="{202A6255-66E0-12D2-E4EE-196A71052E7E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64" creationId="{07F9F541-56F4-5CDE-D172-66556C96C295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65" creationId="{EA31766F-38C6-4839-7970-F13525F8CF51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66" creationId="{7A7C08E0-59C1-6E80-9A04-649EBAEC4CB8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67" creationId="{EB942020-3CB3-6201-BB20-7A363B5B26D6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68" creationId="{2BCE019F-7290-EE87-D888-96E0ABDB7E40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69" creationId="{DF0F83EB-59B0-6756-FDDA-F0729CEF5620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70" creationId="{DDAB135F-7C42-A71E-14FC-44A6E4FD2FDB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71" creationId="{122E7BDC-E2F6-B9ED-68F9-72B17F6CBB44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72" creationId="{98667125-68F7-3D28-D6D9-AB6E3788C9C0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73" creationId="{4E6B6167-E4EA-ABFE-A716-ABC0D1B5E6E4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74" creationId="{2BC3837C-4800-234A-2686-02D8A9EC2EB9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75" creationId="{DFD6B7BF-5166-EE3F-57BB-D4F45B5D8835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76" creationId="{7C6C0D0A-0656-16AF-9A74-BE4C5E67EDC2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77" creationId="{70FB404E-9419-B26C-7BBF-AA23F05C2E62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78" creationId="{9D59B542-76B0-9963-6029-4CCD0F52E4F2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79" creationId="{A8621F0B-EF90-26F1-1724-4E66B3DE18B7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80" creationId="{0BDE67FD-0BCC-1FC2-5CCC-017698C4CCBA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81" creationId="{AD045101-4470-9854-85EA-0CAF29956F4B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82" creationId="{7E0DD92C-5873-EA9B-8A8B-455870C1A5DB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85" creationId="{20E50874-493A-17BB-DF41-494ACCACFF9F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89" creationId="{C75E0D16-12E2-E747-6545-431C7951FD6D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91" creationId="{7BEE7D04-7E8F-D418-E0CB-A2633085BDAF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92" creationId="{7E2F3E57-13CF-056E-5E53-CFFB6D3E3ABE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94" creationId="{91175288-9AF9-19BC-9D04-EF255623099F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150" creationId="{694CFE8E-EFF3-6104-4F3F-A2483BF76794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151" creationId="{00939425-BF5C-83B9-2487-25FE2C59F5C5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152" creationId="{3391D47A-1A28-5156-D855-470EC1704617}"/>
          </ac:spMkLst>
        </pc:spChg>
        <pc:spChg chg="mod">
          <ac:chgData name="Terence Yang(楊金晶_PSZ)" userId="04050711-1c2b-4376-8c27-98d2e13849ce" providerId="ADAL" clId="{9F3395C2-1C42-496B-8D8D-0B0886CB10DC}" dt="2023-06-15T02:56:14.746" v="13" actId="165"/>
          <ac:spMkLst>
            <pc:docMk/>
            <pc:sldMk cId="1786689073" sldId="629"/>
            <ac:spMk id="153" creationId="{72C014E6-49B1-F176-5D6B-496FF4D86C70}"/>
          </ac:spMkLst>
        </pc:spChg>
        <pc:spChg chg="add del mod">
          <ac:chgData name="Terence Yang(楊金晶_PSZ)" userId="04050711-1c2b-4376-8c27-98d2e13849ce" providerId="ADAL" clId="{9F3395C2-1C42-496B-8D8D-0B0886CB10DC}" dt="2023-06-15T02:59:36.201" v="64" actId="21"/>
          <ac:spMkLst>
            <pc:docMk/>
            <pc:sldMk cId="1786689073" sldId="629"/>
            <ac:spMk id="156" creationId="{5D799A70-1356-CCBF-0AC8-A1926ED15A37}"/>
          </ac:spMkLst>
        </pc:spChg>
        <pc:spChg chg="add 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157" creationId="{1AEC26FC-600F-1EB2-48A1-FFFB39EB9A49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185" creationId="{4FD67791-A28F-AB0A-DF55-D29B98A76BD2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186" creationId="{5B1218BD-DA45-E5AA-7E0D-5707EACB322E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187" creationId="{65ACD20E-AFDE-4C4F-75CB-77C0A12C5F2D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188" creationId="{A87366AE-62EB-9534-EDDB-A04B255D5CB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00" creationId="{FE9C6B8E-DA5A-CA0D-57A0-E82D4C8B4560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01" creationId="{3D946BC8-B5B3-3966-C8DF-9EB88B921459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02" creationId="{1035AFC6-176C-C444-FE5E-27FCEEE1886F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03" creationId="{389EBA1C-211C-4079-E20E-E5F63D4487CE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04" creationId="{845EC6D0-1EE7-33C4-B9FF-56FC8AEFB7AD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05" creationId="{25C198DC-CF01-3F46-79BF-6664938EF6E0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06" creationId="{024D0D63-C2C7-4D07-3C0E-2DF88934D541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07" creationId="{4E3332C2-15C6-42A8-B02E-B6180CCDF67D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08" creationId="{C3E13D3D-24E6-662A-E24E-597CFD46FC1E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09" creationId="{96D16786-2AEC-F583-C401-263FA7064CAB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10" creationId="{93332144-DF19-E773-BC37-08715409B210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11" creationId="{9290BB00-8755-7210-86E2-9E290EC6C77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12" creationId="{BFF040F1-8A63-D3CA-827B-FD6F337CD1DA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13" creationId="{A9EE641E-2362-F15D-1C6D-C4FBB452F73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14" creationId="{F2A5C22F-801B-F523-7FB2-AEF8E332963B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15" creationId="{8747B3C9-B824-EE16-573A-7011869CFC9F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16" creationId="{CD925AE7-45A1-0A2D-5014-05045211768A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17" creationId="{8E23440B-2047-740B-6076-83D17360F63F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18" creationId="{9847CA1D-DA57-DE2A-0D5B-6C1CB1193535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30" creationId="{75E29FF8-2B79-D6E9-DF50-EF707A31AB14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31" creationId="{85F730D3-6C0A-1A53-5B7A-6461191D286D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32" creationId="{B4BC9896-C386-089D-4DF7-C134A9F2CB0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33" creationId="{B0858CC6-86D0-AFBF-5FF1-D94236308794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34" creationId="{7FA52EB0-75D9-2D3C-8D99-7F695AD54C00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35" creationId="{63DB6F4F-6BDB-EF9B-3CA1-A87DDE5E02F9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36" creationId="{18ECF022-332A-027F-EA66-1D39967D83A0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37" creationId="{70B274AC-3F4A-8A5F-16C6-65C007000D6C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38" creationId="{AEC09DC4-3369-E97C-90B0-F10CC95CD0FF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39" creationId="{EB913756-A48F-8947-6687-4F0F18072EE6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40" creationId="{4C04B9EE-C603-D314-C54B-43D30E13D619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41" creationId="{95C735FA-A0D3-5C2F-8BD2-CF01DB042CBD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42" creationId="{ACA1E80E-8174-78DD-C6C7-9F9D795F8AF4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56" creationId="{E22CFEA4-F046-0E69-081B-0A7ACC7F2EEA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57" creationId="{68581F01-DD18-DA1E-4E25-53351CE4059B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58" creationId="{96705AE0-A6C7-5641-85E1-329D13980534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59" creationId="{A687B120-635A-17D5-5D02-6C787691507F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60" creationId="{D4B33E16-1F55-B572-7276-5C96D49D59AA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61" creationId="{5DF985D4-BB7E-EB25-2E49-B48B086C1E9E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62" creationId="{7BA0ED12-8937-3914-78D3-905968F2C00A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63" creationId="{CB49E503-3128-9205-6665-8B3EF6B76ECE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64" creationId="{A06223FE-8E91-6FEB-2EDA-6D41863D81A9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65" creationId="{14A32481-FA83-154C-31A7-9976AE21D4FB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66" creationId="{A6A921E3-0D17-992D-724B-49B45A75FD0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67" creationId="{CE895BBD-FC9A-5E3B-29FF-761D93610B2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68" creationId="{6A956E8A-AFAD-DF25-875D-5963F5ABAA91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71" creationId="{AD8D5C93-CEC4-A655-353C-346B36A419C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72" creationId="{2490420C-9B32-4E2B-B4B5-0FF5B4FA1A47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73" creationId="{3E00A306-D66B-E8AE-909E-9EAFE2A0879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74" creationId="{D6023377-1129-8E2C-1D1A-3EF200F30DCB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75" creationId="{3E604EED-314C-7FA7-8C3B-78333456D862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76" creationId="{42032490-5BF6-57DA-83E0-CC15BFD7DBA4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79" creationId="{D42BE32F-0AA5-7D7D-C9A0-00CF8B8BD9BB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80" creationId="{B066258C-FA71-13F1-F806-0BB5710D748A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81" creationId="{E9676C72-1DEC-643B-DCE0-BA2B47DDE5A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82" creationId="{00CAE436-6802-BEFB-A740-649A33A9D108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83" creationId="{F79F4D86-ED24-BBEF-B558-445F013CC3E4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84" creationId="{0085D097-8E4C-9606-48D7-4CEDCD526BDF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85" creationId="{6F8945AB-DEAF-EB63-EFC8-33EAF0B7054C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86" creationId="{D68F2A9D-D6C5-CBE8-DE7D-41C1F16DBFF6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87" creationId="{51D03659-5F40-D280-54D0-759AF1204B38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88" creationId="{11E59397-5E0C-6C6B-BC08-844C6EECE24F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89" creationId="{B76D5D68-2557-9060-D33B-BC497AE068D0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90" creationId="{56011DCC-B1E2-7EA9-6889-5FA30EA1DD45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91" creationId="{4E41886D-E9F8-C956-6AC2-59EEEB2E0109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92" creationId="{0779AB84-2889-4C62-C2D9-661E7D01FF51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93" creationId="{AB393973-0614-6C6D-CB2A-E42F262DC6BF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94" creationId="{E0C2D697-3E10-8C81-B304-93BA8547E310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95" creationId="{00EE94A1-B3E8-854C-5E20-86EC2DF0F88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96" creationId="{80ED73BD-AA40-55F6-76E7-4FF0BC29A7F2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97" creationId="{0CFA14F1-F2BC-AC8A-8D90-0B715228E099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98" creationId="{8BA6879A-6403-A804-3F8F-FB8E72739A18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299" creationId="{6ED95D6B-BFB3-38FA-6CDB-A8FAE1FCBD64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00" creationId="{095E62F0-5144-68C1-D9D6-20C6D2E2F2E4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01" creationId="{6BF679F4-935B-3C53-FB2A-4DEA8316415F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02" creationId="{486F514E-50F6-83FA-D871-F0CB70B54C8A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03" creationId="{EA29378D-A15C-D1E0-C074-A0AF4D1A700D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04" creationId="{8BE6CF1F-BB63-EAFE-9313-FB287FA8993D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05" creationId="{9FF29B63-EB87-74F4-92E3-895A1A7069F4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06" creationId="{8AFE0EF2-0DAD-4B42-C1BF-7EBE87FBD771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07" creationId="{6BEFCF12-F96B-1516-6BC1-816F55524BAF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08" creationId="{23F37EE4-F819-F2EA-401E-4D083B07D5AD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09" creationId="{BB7BAC79-5002-CB2E-2032-62923B930820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10" creationId="{7FF11A4A-7398-9516-E13B-57FFB0A6061B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11" creationId="{E7DAB769-9254-895E-F5F0-C868D01727DE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12" creationId="{7737DEC7-5E37-1043-8F24-502E1550464E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13" creationId="{EFFE7430-6763-ABA2-2B19-2CDF148EEAE6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14" creationId="{EB516B25-4D48-5A58-87BB-D96D8704048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15" creationId="{70F9BBD7-21CF-5873-CA7E-1A0E4F72EBED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16" creationId="{FD478D2C-C706-A6D2-DE33-9569713BF6E5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17" creationId="{B0551D57-E066-3BE6-06D2-72016A4A57BC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18" creationId="{5BAB2480-2471-9170-53B9-C120331599C9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19" creationId="{427ADA16-93DF-C488-414A-2F5D81E7493D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20" creationId="{9076A450-7662-6733-05DA-B75E4412D97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21" creationId="{A1456B8D-3192-908E-B47E-7C4477B7EA1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22" creationId="{27A493A8-7459-36BF-370D-043678C6F85A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23" creationId="{079CCEAA-2095-142B-7AE9-1873F1B2116A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24" creationId="{51808DA9-3DF3-247B-05C0-48AADB03F6A7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25" creationId="{9578F2ED-F601-A9FB-7CE1-32621F4EACF7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26" creationId="{2645E4AF-15B2-E13F-A575-DE226C1B3349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27" creationId="{CD0CB1DC-CD66-C220-924C-D9F0C2BA27E1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28" creationId="{766DEB20-ED5B-988F-422F-AC5DD97B18FE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29" creationId="{618EA566-AC59-F09C-A5BE-6E7B7D73E3E9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30" creationId="{CF33A3E5-5E9D-9168-F000-DE35CB6EDD5F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31" creationId="{E64C8981-1D6A-C2DF-4863-B8BB19EEE08E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32" creationId="{5EEEA130-EBFC-602C-5D8E-A9D452FC860B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33" creationId="{5F469BEA-ECD2-8097-A127-3E9CD8BB8817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34" creationId="{07CAD959-51F5-3874-CAB4-CE751B97924F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35" creationId="{5C248169-60D2-53C4-5CA5-97B3BD676A62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36" creationId="{792F60E4-2CCF-D975-CA24-85F54D0E0F6C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37" creationId="{FD98BBEB-7C92-1172-4915-822AD3802125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38" creationId="{5C71C628-AE91-475A-D458-FA12796464C0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39" creationId="{1BA3F271-0F74-BE84-1060-B101B43B067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40" creationId="{2F5AB08B-C4F6-1D19-0B16-A91BC5DF83D2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41" creationId="{B76BD56A-A7B3-5189-E8FA-E478A16AB502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42" creationId="{2FC0395E-596D-3EDC-104E-B954F744682F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43" creationId="{8FC24F8B-27BA-102F-F1F8-FD8CCCA237EF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44" creationId="{A63A67C0-8247-0186-C871-3A1FA8978889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45" creationId="{E25ADFCB-E78C-D3CE-B684-F75145D36ED5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46" creationId="{7FE93FFA-9209-1386-51FF-9333E78BD156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47" creationId="{F8ED15E4-1410-3A8D-6892-7C155AF0A127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48" creationId="{DFBB2579-B7B9-D631-5704-2451E70FC202}"/>
          </ac:spMkLst>
        </pc:spChg>
        <pc:spChg chg="add del mod">
          <ac:chgData name="Terence Yang(楊金晶_PSZ)" userId="04050711-1c2b-4376-8c27-98d2e13849ce" providerId="ADAL" clId="{9F3395C2-1C42-496B-8D8D-0B0886CB10DC}" dt="2023-06-15T02:59:57.865" v="68" actId="21"/>
          <ac:spMkLst>
            <pc:docMk/>
            <pc:sldMk cId="1786689073" sldId="629"/>
            <ac:spMk id="385" creationId="{E237A5E3-62BA-8C72-9F91-DBA96CCED13F}"/>
          </ac:spMkLst>
        </pc:spChg>
        <pc:spChg chg="add del mod">
          <ac:chgData name="Terence Yang(楊金晶_PSZ)" userId="04050711-1c2b-4376-8c27-98d2e13849ce" providerId="ADAL" clId="{9F3395C2-1C42-496B-8D8D-0B0886CB10DC}" dt="2023-06-15T02:59:57.865" v="68" actId="21"/>
          <ac:spMkLst>
            <pc:docMk/>
            <pc:sldMk cId="1786689073" sldId="629"/>
            <ac:spMk id="386" creationId="{6385F7B1-7EBB-50BE-F78A-79D2B7C13030}"/>
          </ac:spMkLst>
        </pc:spChg>
        <pc:spChg chg="add del mod">
          <ac:chgData name="Terence Yang(楊金晶_PSZ)" userId="04050711-1c2b-4376-8c27-98d2e13849ce" providerId="ADAL" clId="{9F3395C2-1C42-496B-8D8D-0B0886CB10DC}" dt="2023-06-15T02:59:57.865" v="68" actId="21"/>
          <ac:spMkLst>
            <pc:docMk/>
            <pc:sldMk cId="1786689073" sldId="629"/>
            <ac:spMk id="387" creationId="{46BD3D3E-D06C-B53D-3834-C0901F7F512F}"/>
          </ac:spMkLst>
        </pc:spChg>
        <pc:spChg chg="add del mod">
          <ac:chgData name="Terence Yang(楊金晶_PSZ)" userId="04050711-1c2b-4376-8c27-98d2e13849ce" providerId="ADAL" clId="{9F3395C2-1C42-496B-8D8D-0B0886CB10DC}" dt="2023-06-15T02:59:57.865" v="68" actId="21"/>
          <ac:spMkLst>
            <pc:docMk/>
            <pc:sldMk cId="1786689073" sldId="629"/>
            <ac:spMk id="388" creationId="{9FBF2BB6-9B68-2D23-196E-56BD6C270D08}"/>
          </ac:spMkLst>
        </pc:spChg>
        <pc:spChg chg="add del mod">
          <ac:chgData name="Terence Yang(楊金晶_PSZ)" userId="04050711-1c2b-4376-8c27-98d2e13849ce" providerId="ADAL" clId="{9F3395C2-1C42-496B-8D8D-0B0886CB10DC}" dt="2023-06-15T02:59:57.865" v="68" actId="21"/>
          <ac:spMkLst>
            <pc:docMk/>
            <pc:sldMk cId="1786689073" sldId="629"/>
            <ac:spMk id="389" creationId="{1AB09BB6-EA6B-BC4E-55BD-FC324243DBD0}"/>
          </ac:spMkLst>
        </pc:spChg>
        <pc:spChg chg="add del mod">
          <ac:chgData name="Terence Yang(楊金晶_PSZ)" userId="04050711-1c2b-4376-8c27-98d2e13849ce" providerId="ADAL" clId="{9F3395C2-1C42-496B-8D8D-0B0886CB10DC}" dt="2023-06-15T02:59:57.865" v="68" actId="21"/>
          <ac:spMkLst>
            <pc:docMk/>
            <pc:sldMk cId="1786689073" sldId="629"/>
            <ac:spMk id="390" creationId="{F9BCAC03-2293-2090-DDD0-ED5818F2A76C}"/>
          </ac:spMkLst>
        </pc:spChg>
        <pc:spChg chg="add del mod">
          <ac:chgData name="Terence Yang(楊金晶_PSZ)" userId="04050711-1c2b-4376-8c27-98d2e13849ce" providerId="ADAL" clId="{9F3395C2-1C42-496B-8D8D-0B0886CB10DC}" dt="2023-06-15T02:59:57.865" v="68" actId="21"/>
          <ac:spMkLst>
            <pc:docMk/>
            <pc:sldMk cId="1786689073" sldId="629"/>
            <ac:spMk id="391" creationId="{AB037F94-9333-9FC3-3F59-64F56A358C0A}"/>
          </ac:spMkLst>
        </pc:spChg>
        <pc:spChg chg="add del mod">
          <ac:chgData name="Terence Yang(楊金晶_PSZ)" userId="04050711-1c2b-4376-8c27-98d2e13849ce" providerId="ADAL" clId="{9F3395C2-1C42-496B-8D8D-0B0886CB10DC}" dt="2023-06-15T02:59:57.865" v="68" actId="21"/>
          <ac:spMkLst>
            <pc:docMk/>
            <pc:sldMk cId="1786689073" sldId="629"/>
            <ac:spMk id="392" creationId="{B6FB8EB9-C86D-CF82-AC05-1F0314825399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94" creationId="{32E46D85-DEC5-6272-ABFE-F8E3EFF44746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95" creationId="{B964B956-9A83-83B2-5559-1FE09FA53468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96" creationId="{E379E2AC-D15A-2D77-286F-C524277743AD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97" creationId="{22BD6C87-F55F-A6A1-EC0C-21A5C89B0888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98" creationId="{F73091AC-94EE-83EC-FB6E-24390AE73137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399" creationId="{E101E6AA-31AE-1276-CD04-E00A9F995F88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00" creationId="{4937887F-0C2E-5A8A-C5AB-CFD15DDF65C9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01" creationId="{034467BA-2F39-DFAE-F6A4-764FB1A75DF5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02" creationId="{82C61AB9-74DF-E17A-EB2E-F085959B22A8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03" creationId="{4F58E5AB-BD82-E4A1-8446-6A85654D5724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04" creationId="{134D82A8-14CB-226D-3F65-0015CD4FDBD8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05" creationId="{15621E7E-B82D-889B-224B-C6E02A7B8C1A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06" creationId="{A0F4F02A-4736-D8B5-003E-F73BB7FD446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07" creationId="{C5F29183-383B-E6B8-91A3-2804F2257E42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08" creationId="{4CF662F9-EBEC-8673-81E5-917DCC5D8EB1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09" creationId="{2604F8CA-5914-8D12-0D13-A9DF32AE7979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10" creationId="{F84CDB19-AF05-C979-06EA-77B19A376F70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11" creationId="{3C852C16-7016-25AD-DB20-28ED16580A1F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12" creationId="{D6C42F14-5290-9491-BC11-A0ABC80340E6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13" creationId="{CBB1A62F-02C7-5B1B-8C94-7D3336430E9B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14" creationId="{89BC4081-EFDA-23EE-1F34-871D7228718C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15" creationId="{861B5B7A-4B68-0C37-A36C-B25EFA41730B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16" creationId="{C0187083-96F9-E39A-D34E-2ACE9ECF458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17" creationId="{04A87AD9-20D5-4899-ACEB-A2BAA836E1C6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18" creationId="{7DF1D2C6-271E-5C17-4894-273898267B3E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19" creationId="{F0434E61-F08C-0A25-B7C9-F8CBDF281638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20" creationId="{6A0DD694-2897-3BCA-8966-3E8E56F3D9C1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21" creationId="{C725448E-F7E7-211B-2501-1B341ADA88C3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22" creationId="{13EDCF48-9266-34F4-87D0-623590EB6879}"/>
          </ac:spMkLst>
        </pc:spChg>
        <pc:spChg chg="mod">
          <ac:chgData name="Terence Yang(楊金晶_PSZ)" userId="04050711-1c2b-4376-8c27-98d2e13849ce" providerId="ADAL" clId="{9F3395C2-1C42-496B-8D8D-0B0886CB10DC}" dt="2023-06-15T02:59:16.845" v="59"/>
          <ac:spMkLst>
            <pc:docMk/>
            <pc:sldMk cId="1786689073" sldId="629"/>
            <ac:spMk id="423" creationId="{C6919276-22BB-36D3-D257-4ED03579E6D5}"/>
          </ac:spMkLst>
        </pc:spChg>
        <pc:spChg chg="add del mod">
          <ac:chgData name="Terence Yang(楊金晶_PSZ)" userId="04050711-1c2b-4376-8c27-98d2e13849ce" providerId="ADAL" clId="{9F3395C2-1C42-496B-8D8D-0B0886CB10DC}" dt="2023-06-15T02:59:57.865" v="68" actId="21"/>
          <ac:spMkLst>
            <pc:docMk/>
            <pc:sldMk cId="1786689073" sldId="629"/>
            <ac:spMk id="424" creationId="{CD97F659-C275-6189-0724-E260A278E33D}"/>
          </ac:spMkLst>
        </pc:spChg>
        <pc:spChg chg="add del mod">
          <ac:chgData name="Terence Yang(楊金晶_PSZ)" userId="04050711-1c2b-4376-8c27-98d2e13849ce" providerId="ADAL" clId="{9F3395C2-1C42-496B-8D8D-0B0886CB10DC}" dt="2023-06-15T02:59:36.201" v="64" actId="21"/>
          <ac:spMkLst>
            <pc:docMk/>
            <pc:sldMk cId="1786689073" sldId="629"/>
            <ac:spMk id="425" creationId="{DEA50CBB-5293-C3D6-6AAA-27BF95519B5E}"/>
          </ac:spMkLst>
        </pc:spChg>
        <pc:spChg chg="add del mod">
          <ac:chgData name="Terence Yang(楊金晶_PSZ)" userId="04050711-1c2b-4376-8c27-98d2e13849ce" providerId="ADAL" clId="{9F3395C2-1C42-496B-8D8D-0B0886CB10DC}" dt="2023-06-15T02:59:36.201" v="64" actId="21"/>
          <ac:spMkLst>
            <pc:docMk/>
            <pc:sldMk cId="1786689073" sldId="629"/>
            <ac:spMk id="426" creationId="{6B37BAE6-DE2E-0F62-2B8A-9AE615AACC05}"/>
          </ac:spMkLst>
        </pc:spChg>
        <pc:spChg chg="add del mod">
          <ac:chgData name="Terence Yang(楊金晶_PSZ)" userId="04050711-1c2b-4376-8c27-98d2e13849ce" providerId="ADAL" clId="{9F3395C2-1C42-496B-8D8D-0B0886CB10DC}" dt="2023-06-15T02:59:36.201" v="64" actId="21"/>
          <ac:spMkLst>
            <pc:docMk/>
            <pc:sldMk cId="1786689073" sldId="629"/>
            <ac:spMk id="427" creationId="{AA43D496-665D-592C-F70B-D7832AD38B42}"/>
          </ac:spMkLst>
        </pc:spChg>
        <pc:spChg chg="add del mod">
          <ac:chgData name="Terence Yang(楊金晶_PSZ)" userId="04050711-1c2b-4376-8c27-98d2e13849ce" providerId="ADAL" clId="{9F3395C2-1C42-496B-8D8D-0B0886CB10DC}" dt="2023-06-15T02:59:36.201" v="64" actId="21"/>
          <ac:spMkLst>
            <pc:docMk/>
            <pc:sldMk cId="1786689073" sldId="629"/>
            <ac:spMk id="428" creationId="{009E720E-2326-3EF4-A091-6CE6C9E320B5}"/>
          </ac:spMkLst>
        </pc:spChg>
        <pc:spChg chg="add del mod">
          <ac:chgData name="Terence Yang(楊金晶_PSZ)" userId="04050711-1c2b-4376-8c27-98d2e13849ce" providerId="ADAL" clId="{9F3395C2-1C42-496B-8D8D-0B0886CB10DC}" dt="2023-06-15T02:59:36.201" v="64" actId="21"/>
          <ac:spMkLst>
            <pc:docMk/>
            <pc:sldMk cId="1786689073" sldId="629"/>
            <ac:spMk id="429" creationId="{5259D594-9CF8-6C9C-752C-A672F63B5F77}"/>
          </ac:spMkLst>
        </pc:spChg>
        <pc:spChg chg="add del mod">
          <ac:chgData name="Terence Yang(楊金晶_PSZ)" userId="04050711-1c2b-4376-8c27-98d2e13849ce" providerId="ADAL" clId="{9F3395C2-1C42-496B-8D8D-0B0886CB10DC}" dt="2023-06-15T02:59:57.865" v="68" actId="21"/>
          <ac:spMkLst>
            <pc:docMk/>
            <pc:sldMk cId="1786689073" sldId="629"/>
            <ac:spMk id="430" creationId="{73723C48-BF30-DA3E-E174-27F8405ED37E}"/>
          </ac:spMkLst>
        </pc:spChg>
        <pc:spChg chg="add del mod">
          <ac:chgData name="Terence Yang(楊金晶_PSZ)" userId="04050711-1c2b-4376-8c27-98d2e13849ce" providerId="ADAL" clId="{9F3395C2-1C42-496B-8D8D-0B0886CB10DC}" dt="2023-06-15T02:59:36.201" v="64" actId="21"/>
          <ac:spMkLst>
            <pc:docMk/>
            <pc:sldMk cId="1786689073" sldId="629"/>
            <ac:spMk id="431" creationId="{DA9FA540-C749-60D0-3C74-CBFEF9969E94}"/>
          </ac:spMkLst>
        </pc:spChg>
        <pc:spChg chg="add del mod">
          <ac:chgData name="Terence Yang(楊金晶_PSZ)" userId="04050711-1c2b-4376-8c27-98d2e13849ce" providerId="ADAL" clId="{9F3395C2-1C42-496B-8D8D-0B0886CB10DC}" dt="2023-06-15T02:59:36.201" v="64" actId="21"/>
          <ac:spMkLst>
            <pc:docMk/>
            <pc:sldMk cId="1786689073" sldId="629"/>
            <ac:spMk id="432" creationId="{FC3AD9E3-74B5-CB7E-8FB3-CD14050A6338}"/>
          </ac:spMkLst>
        </pc:spChg>
        <pc:spChg chg="add del mod">
          <ac:chgData name="Terence Yang(楊金晶_PSZ)" userId="04050711-1c2b-4376-8c27-98d2e13849ce" providerId="ADAL" clId="{9F3395C2-1C42-496B-8D8D-0B0886CB10DC}" dt="2023-06-15T02:59:36.201" v="64" actId="21"/>
          <ac:spMkLst>
            <pc:docMk/>
            <pc:sldMk cId="1786689073" sldId="629"/>
            <ac:spMk id="433" creationId="{D248AA8E-838D-7A26-E8E6-8C80019A9607}"/>
          </ac:spMkLst>
        </pc:spChg>
        <pc:spChg chg="add del mod">
          <ac:chgData name="Terence Yang(楊金晶_PSZ)" userId="04050711-1c2b-4376-8c27-98d2e13849ce" providerId="ADAL" clId="{9F3395C2-1C42-496B-8D8D-0B0886CB10DC}" dt="2023-06-15T02:59:57.865" v="68" actId="21"/>
          <ac:spMkLst>
            <pc:docMk/>
            <pc:sldMk cId="1786689073" sldId="629"/>
            <ac:spMk id="434" creationId="{FCA8119C-37EF-01AC-084C-4926C0682676}"/>
          </ac:spMkLst>
        </pc:spChg>
        <pc:spChg chg="add del mod">
          <ac:chgData name="Terence Yang(楊金晶_PSZ)" userId="04050711-1c2b-4376-8c27-98d2e13849ce" providerId="ADAL" clId="{9F3395C2-1C42-496B-8D8D-0B0886CB10DC}" dt="2023-06-15T02:59:36.201" v="64" actId="21"/>
          <ac:spMkLst>
            <pc:docMk/>
            <pc:sldMk cId="1786689073" sldId="629"/>
            <ac:spMk id="435" creationId="{3D4B8EF4-E7B1-883F-189D-9CF1EE07064E}"/>
          </ac:spMkLst>
        </pc:spChg>
        <pc:spChg chg="add del mod">
          <ac:chgData name="Terence Yang(楊金晶_PSZ)" userId="04050711-1c2b-4376-8c27-98d2e13849ce" providerId="ADAL" clId="{9F3395C2-1C42-496B-8D8D-0B0886CB10DC}" dt="2023-06-15T02:59:36.201" v="64" actId="21"/>
          <ac:spMkLst>
            <pc:docMk/>
            <pc:sldMk cId="1786689073" sldId="629"/>
            <ac:spMk id="436" creationId="{D1BDA643-B1F7-9910-45F8-B4FCA39FC925}"/>
          </ac:spMkLst>
        </pc:spChg>
        <pc:spChg chg="add del mod">
          <ac:chgData name="Terence Yang(楊金晶_PSZ)" userId="04050711-1c2b-4376-8c27-98d2e13849ce" providerId="ADAL" clId="{9F3395C2-1C42-496B-8D8D-0B0886CB10DC}" dt="2023-06-15T02:59:57.865" v="68" actId="21"/>
          <ac:spMkLst>
            <pc:docMk/>
            <pc:sldMk cId="1786689073" sldId="629"/>
            <ac:spMk id="437" creationId="{102A8CDD-FE59-207C-94D4-3CDFE59BD74E}"/>
          </ac:spMkLst>
        </pc:spChg>
        <pc:spChg chg="add del mod">
          <ac:chgData name="Terence Yang(楊金晶_PSZ)" userId="04050711-1c2b-4376-8c27-98d2e13849ce" providerId="ADAL" clId="{9F3395C2-1C42-496B-8D8D-0B0886CB10DC}" dt="2023-06-15T02:59:57.865" v="68" actId="21"/>
          <ac:spMkLst>
            <pc:docMk/>
            <pc:sldMk cId="1786689073" sldId="629"/>
            <ac:spMk id="438" creationId="{D3FB8E5A-293C-3DBC-51AA-E4505589F9FF}"/>
          </ac:spMkLst>
        </pc:spChg>
        <pc:spChg chg="del mod topLvl">
          <ac:chgData name="Terence Yang(楊金晶_PSZ)" userId="04050711-1c2b-4376-8c27-98d2e13849ce" providerId="ADAL" clId="{9F3395C2-1C42-496B-8D8D-0B0886CB10DC}" dt="2023-06-15T03:02:00.355" v="148" actId="21"/>
          <ac:spMkLst>
            <pc:docMk/>
            <pc:sldMk cId="1786689073" sldId="629"/>
            <ac:spMk id="446" creationId="{B88F5EE4-3CBB-3549-79BC-171139B09D05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47" creationId="{92045490-78D4-93F8-65F0-A9AA011BFF18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48" creationId="{FEAB956C-BD0F-6171-0E50-CDA51FAD8F6B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49" creationId="{EB092F7D-7715-B270-DE9A-80579D1A6252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50" creationId="{F86045F2-E4E9-5398-4AB9-767A702F1515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51" creationId="{8AC3C4E9-5DEF-D96F-8EED-768C4A5E41D2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52" creationId="{2BC02EA6-29E9-5635-AFF1-7E384B1CA580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53" creationId="{3A1F95C8-13FA-34DE-2E10-E42069AECD4B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54" creationId="{4E67003B-BEFF-53DB-998A-DD9FA6595FEE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55" creationId="{0176893B-D6F4-1D4C-C772-40094245D436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56" creationId="{DB165E41-698E-EC0D-E489-1556624B24E8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57" creationId="{20B2A4BB-5324-9783-A009-C968EA9EC2A5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58" creationId="{668272E5-070B-686B-E9C4-5E95AA44CCCC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59" creationId="{76CFB8F7-5BEC-0FED-A555-D842DC6984F8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60" creationId="{A36AB76E-E160-6B19-0FB6-4EC5ADD2A486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61" creationId="{636A1A0E-7024-5EBB-7214-7F5F6954807E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62" creationId="{A77D0A2C-3010-FF24-30CD-94DDC0035108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63" creationId="{74172469-C539-F6A9-458C-728D794E3CB1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64" creationId="{CF86A955-D2CB-C4E3-FD5D-B276FE035188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65" creationId="{475A30E0-4579-376C-4EA2-999F485BBA85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66" creationId="{1D5D8D22-F3E6-60E7-AB77-F559F3724ACE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67" creationId="{F99DB5BB-DC97-7233-0A6C-3EBC1E20E8EB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68" creationId="{85FE3EC8-0A4B-18C8-6D32-EDC898DAB4F4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69" creationId="{78E4ABA2-4706-747F-978A-7F7D3AD87CD5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70" creationId="{DC93DB47-B44A-42C0-A254-2D1FA62D6DFB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71" creationId="{DE8C54D8-CB30-0A59-2A0B-2C0E1916AC6F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72" creationId="{A764A6D2-9D57-6AA7-BA2D-5ADABA5B0B82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73" creationId="{04AFED7C-9302-4C1C-73D5-F4C3D240489D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74" creationId="{7EBE1A27-9C46-D43F-A9FA-78383522370F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75" creationId="{FE00D030-B3A1-E9E3-87E3-4A6F4C82C084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76" creationId="{007C0841-9B1C-C98A-D1E6-2114D3AD3C3D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77" creationId="{66E89EE5-D8A1-0486-26B6-6119CBD1421E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78" creationId="{8670C91F-B6DA-5CB5-F3E3-6E0F0A21C3B7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79" creationId="{0B728C4B-B699-355A-7164-6CA118C2F7D3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80" creationId="{00FB83CE-DBD7-1878-F091-F6B350244D41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92" creationId="{A6B4E5A0-BFAA-B3F7-53A0-E52B9D11F45F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93" creationId="{CB5EC35A-1840-ACF8-5B56-4E1489D5FB93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94" creationId="{902C95AA-8244-68FB-299D-4CFB1D3688A7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95" creationId="{452F5842-C0E7-9D98-8799-B4BFFBADD032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96" creationId="{056930B8-21FF-3C27-F02A-26AD061AB9C9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97" creationId="{DEA14386-5A90-9777-1A67-194E1E870C11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98" creationId="{A21B99FF-7312-5D0C-224D-65AA804354DB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499" creationId="{A55DDF78-B65A-C0C0-87CC-5BCDD4C1159F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00" creationId="{46C5F094-BD7C-3B71-640D-4A57B826A4C5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01" creationId="{A913F51E-3F85-EDAB-DD9B-DE0AF985A82C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02" creationId="{F7CBBD6B-67EE-95AD-537F-1FA3121101FD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03" creationId="{85FABC1B-5F6E-1C10-5133-7830981BD801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04" creationId="{7E543824-EF48-F627-998D-FF5745F8CE05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19" creationId="{7B105E96-05F4-2C78-3390-7F9730024687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20" creationId="{6A7C0548-C9D7-B516-E8A9-1C1EF6A89E6C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23" creationId="{F21165A0-192B-3D36-5BB7-3F202D681940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24" creationId="{4911737A-593F-E010-AC7B-AE7648A5C08B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25" creationId="{287B76C7-A620-DFF0-1463-AABAE2272D78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26" creationId="{41348D22-E366-F98C-3625-5EDD313BADC1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27" creationId="{51FC17E0-CD57-6899-F23E-BD911750DD39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28" creationId="{8A2F3C6A-8826-41B4-FEA7-D6F742330481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29" creationId="{5B27325D-04C7-B776-9C94-47ABE8ED09EA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30" creationId="{8769B16B-7BAF-788F-5856-F8D46B7F358F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31" creationId="{E38452D6-213D-81BC-3E81-D1B358AF65C4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32" creationId="{6D632D03-E8C8-D120-14DD-1DF6A6E4B233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33" creationId="{407CBAA8-B669-E7AB-A970-D49CE33A6677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34" creationId="{A82FFE1C-140D-468A-E2F1-78E3D11EE6B1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35" creationId="{92CB1543-28FD-9083-E0F8-218FB0CCD334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36" creationId="{78D1EF1D-4B9A-ADB2-7392-1B65427E64EB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37" creationId="{0E71DFA7-EC55-DCA1-BC09-CDBCCF7CB6E3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38" creationId="{B98BCE3A-9660-B452-87AD-7D0CB8156669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39" creationId="{96908FB7-842C-F25B-AD29-35F4AA104408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40" creationId="{2F7CA19A-E5D5-EE88-8D1A-BD943B2481FA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41" creationId="{06052B3C-57BA-F2B2-5606-7292E4CD8CB2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42" creationId="{6E4BFAD1-A46F-F47C-4F21-4ABB8B4F656E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43" creationId="{F4A4BDD2-B0C4-0DFD-7CE1-8C9975319070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44" creationId="{CF69B035-8967-ECC3-37D1-4D431ECE2017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45" creationId="{584F425B-A266-E245-847C-94FA28ECF2C2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46" creationId="{15A570B8-229B-75B6-2354-ECFCA1CC321B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47" creationId="{368AD675-A556-D279-2B7F-2C09CE98FB78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48" creationId="{34E349CE-C767-B590-6C57-7869E627C895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49" creationId="{ED346245-3443-A7B7-8FC3-440699FD0D56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50" creationId="{83E3D0D8-B053-0D6D-5C83-CE34AC5C9B1F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51" creationId="{3855C4D7-7C5C-3304-46F0-528F450187B5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52" creationId="{D59802E0-2528-E0B5-50FD-FFCABE32B78F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53" creationId="{97700280-6808-A5B1-6A9F-686F5F9E33BF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54" creationId="{9DA6B1E2-62C8-45B3-EA13-C031BAF440BF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55" creationId="{1AA1271D-B30D-F762-DA75-8EAD0222617C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56" creationId="{A89725F1-9180-5045-CE58-AD8479D3A4C7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57" creationId="{E94ADF55-A398-5E9E-78AC-CE6FA59F9886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58" creationId="{27342A92-AB49-0772-D183-86D2DD2FA507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59" creationId="{E41B900C-72D7-AF77-0126-7620FD4F0037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60" creationId="{FBAC233C-C948-C7BE-2CC7-BEA43927BA70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61" creationId="{F1E01BCE-B1BE-F1D6-3673-432BBA9DF45E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62" creationId="{E8D5C933-A93C-AA92-B104-5B47A64BDD1E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63" creationId="{090F0818-6B0D-3E2B-4794-E8F610B2A7EC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64" creationId="{6EA15C0D-9ABA-607A-CF57-60A54916DD87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65" creationId="{4D94FB6A-BA77-6337-59C3-4AE73B8EA2CA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66" creationId="{D74A8C18-E3D3-161A-73C5-D2050D868338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67" creationId="{8441A7BB-C024-C863-ADE7-CC8B262D0DAC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68" creationId="{37999000-AABE-4BFA-8E7F-C3B48EA24048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69" creationId="{D2062CFC-DC55-1B51-7663-420232D8F912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70" creationId="{DC151599-5763-77F3-1634-DC514E502AF7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71" creationId="{09333CF1-AE64-ED3D-C283-DACE66FB92BC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72" creationId="{3BCC6138-5B46-DEA2-9771-D07014FFB8A2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73" creationId="{A9143015-6101-7598-0BD6-81C5F199328F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74" creationId="{C525E4D6-F4D7-D8AC-DEB1-1D50458E4F9A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75" creationId="{06A377BE-060B-29B0-90BB-27C4924039FF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76" creationId="{06CC8449-FB4E-9C75-C203-8414C8F08536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77" creationId="{13D38151-B2E1-CDEA-03C2-83730DB4387C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78" creationId="{D5E4791C-AD97-2ED5-0058-3C670E2DA47B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79" creationId="{028F6EB0-D1A7-EC31-7C21-3EEF6A0F2811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80" creationId="{B05B7A45-F0F5-C756-EE9D-6363D6CC025A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81" creationId="{43DD5CAC-690E-02BB-40F8-6CFED76C1DA2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82" creationId="{2EFCFDBD-2E77-4DCF-3F65-D602E5EBE0B6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83" creationId="{795E5219-BF73-F776-911F-DC93044BABB2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84" creationId="{4608BCF0-2AE2-5D8C-483A-71DB1DAF9574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92" creationId="{53485E15-4800-A708-5018-17564F79FECC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93" creationId="{1A61A961-E627-FE54-2C2D-E1D3E4467636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94" creationId="{BB9879C5-5DA2-2E41-B14D-6722124AC56B}"/>
          </ac:spMkLst>
        </pc:spChg>
        <pc:spChg chg="mod">
          <ac:chgData name="Terence Yang(楊金晶_PSZ)" userId="04050711-1c2b-4376-8c27-98d2e13849ce" providerId="ADAL" clId="{9F3395C2-1C42-496B-8D8D-0B0886CB10DC}" dt="2023-06-15T03:01:41.873" v="143" actId="165"/>
          <ac:spMkLst>
            <pc:docMk/>
            <pc:sldMk cId="1786689073" sldId="629"/>
            <ac:spMk id="595" creationId="{DFB7850D-21A8-36D8-ECD5-2FA4D6544988}"/>
          </ac:spMkLst>
        </pc:spChg>
        <pc:spChg chg="add del mod topLvl">
          <ac:chgData name="Terence Yang(楊金晶_PSZ)" userId="04050711-1c2b-4376-8c27-98d2e13849ce" providerId="ADAL" clId="{9F3395C2-1C42-496B-8D8D-0B0886CB10DC}" dt="2023-06-15T03:01:57.354" v="147" actId="21"/>
          <ac:spMkLst>
            <pc:docMk/>
            <pc:sldMk cId="1786689073" sldId="629"/>
            <ac:spMk id="651" creationId="{552D8706-6630-6C7C-F442-3DB6C21C3333}"/>
          </ac:spMkLst>
        </pc:spChg>
        <pc:spChg chg="mod topLvl">
          <ac:chgData name="Terence Yang(楊金晶_PSZ)" userId="04050711-1c2b-4376-8c27-98d2e13849ce" providerId="ADAL" clId="{9F3395C2-1C42-496B-8D8D-0B0886CB10DC}" dt="2023-06-15T03:01:57.354" v="147" actId="21"/>
          <ac:spMkLst>
            <pc:docMk/>
            <pc:sldMk cId="1786689073" sldId="629"/>
            <ac:spMk id="652" creationId="{7B427C82-39FE-B217-17D5-5A8E73F4DA32}"/>
          </ac:spMkLst>
        </pc:spChg>
        <pc:spChg chg="add del mod">
          <ac:chgData name="Terence Yang(楊金晶_PSZ)" userId="04050711-1c2b-4376-8c27-98d2e13849ce" providerId="ADAL" clId="{9F3395C2-1C42-496B-8D8D-0B0886CB10DC}" dt="2023-06-15T03:02:40.223" v="156" actId="21"/>
          <ac:spMkLst>
            <pc:docMk/>
            <pc:sldMk cId="1786689073" sldId="629"/>
            <ac:spMk id="653" creationId="{6C761A5B-4E85-8D88-9056-069914AD8754}"/>
          </ac:spMkLst>
        </pc:spChg>
        <pc:spChg chg="add del mod">
          <ac:chgData name="Terence Yang(楊金晶_PSZ)" userId="04050711-1c2b-4376-8c27-98d2e13849ce" providerId="ADAL" clId="{9F3395C2-1C42-496B-8D8D-0B0886CB10DC}" dt="2023-06-15T03:02:40.223" v="156" actId="21"/>
          <ac:spMkLst>
            <pc:docMk/>
            <pc:sldMk cId="1786689073" sldId="629"/>
            <ac:spMk id="654" creationId="{07355E04-F689-DD84-EEFD-E8EE06303D6E}"/>
          </ac:spMkLst>
        </pc:spChg>
        <pc:spChg chg="add del mod">
          <ac:chgData name="Terence Yang(楊金晶_PSZ)" userId="04050711-1c2b-4376-8c27-98d2e13849ce" providerId="ADAL" clId="{9F3395C2-1C42-496B-8D8D-0B0886CB10DC}" dt="2023-06-15T03:01:47.513" v="144" actId="21"/>
          <ac:spMkLst>
            <pc:docMk/>
            <pc:sldMk cId="1786689073" sldId="629"/>
            <ac:spMk id="655" creationId="{92D1F680-6C59-9F43-3063-7F8C6B066BFD}"/>
          </ac:spMkLst>
        </pc:spChg>
        <pc:spChg chg="add del mod">
          <ac:chgData name="Terence Yang(楊金晶_PSZ)" userId="04050711-1c2b-4376-8c27-98d2e13849ce" providerId="ADAL" clId="{9F3395C2-1C42-496B-8D8D-0B0886CB10DC}" dt="2023-06-15T03:02:40.223" v="156" actId="21"/>
          <ac:spMkLst>
            <pc:docMk/>
            <pc:sldMk cId="1786689073" sldId="629"/>
            <ac:spMk id="656" creationId="{D50F23C0-6E09-E9D2-F454-CF5A09267CBD}"/>
          </ac:spMkLst>
        </pc:spChg>
        <pc:spChg chg="add del mod">
          <ac:chgData name="Terence Yang(楊金晶_PSZ)" userId="04050711-1c2b-4376-8c27-98d2e13849ce" providerId="ADAL" clId="{9F3395C2-1C42-496B-8D8D-0B0886CB10DC}" dt="2023-06-15T03:01:47.513" v="144" actId="21"/>
          <ac:spMkLst>
            <pc:docMk/>
            <pc:sldMk cId="1786689073" sldId="629"/>
            <ac:spMk id="657" creationId="{85AD1253-6E87-BF8E-0855-7701E999EEF9}"/>
          </ac:spMkLst>
        </pc:spChg>
        <pc:spChg chg="add del mod">
          <ac:chgData name="Terence Yang(楊金晶_PSZ)" userId="04050711-1c2b-4376-8c27-98d2e13849ce" providerId="ADAL" clId="{9F3395C2-1C42-496B-8D8D-0B0886CB10DC}" dt="2023-06-15T03:02:40.223" v="156" actId="21"/>
          <ac:spMkLst>
            <pc:docMk/>
            <pc:sldMk cId="1786689073" sldId="629"/>
            <ac:spMk id="658" creationId="{CBC19125-2080-A360-DEB6-0DC4BE9F7BFF}"/>
          </ac:spMkLst>
        </pc:spChg>
        <pc:spChg chg="add del mod">
          <ac:chgData name="Terence Yang(楊金晶_PSZ)" userId="04050711-1c2b-4376-8c27-98d2e13849ce" providerId="ADAL" clId="{9F3395C2-1C42-496B-8D8D-0B0886CB10DC}" dt="2023-06-15T03:02:40.223" v="156" actId="21"/>
          <ac:spMkLst>
            <pc:docMk/>
            <pc:sldMk cId="1786689073" sldId="629"/>
            <ac:spMk id="659" creationId="{02327132-3114-A003-3838-C8CA6A56D457}"/>
          </ac:spMkLst>
        </pc:spChg>
        <pc:spChg chg="add del mod">
          <ac:chgData name="Terence Yang(楊金晶_PSZ)" userId="04050711-1c2b-4376-8c27-98d2e13849ce" providerId="ADAL" clId="{9F3395C2-1C42-496B-8D8D-0B0886CB10DC}" dt="2023-06-15T03:02:40.223" v="156" actId="21"/>
          <ac:spMkLst>
            <pc:docMk/>
            <pc:sldMk cId="1786689073" sldId="629"/>
            <ac:spMk id="660" creationId="{A3E603E4-84BA-6921-C3F8-144CEFE54884}"/>
          </ac:spMkLst>
        </pc:spChg>
        <pc:spChg chg="add del mod">
          <ac:chgData name="Terence Yang(楊金晶_PSZ)" userId="04050711-1c2b-4376-8c27-98d2e13849ce" providerId="ADAL" clId="{9F3395C2-1C42-496B-8D8D-0B0886CB10DC}" dt="2023-06-15T03:02:40.223" v="156" actId="21"/>
          <ac:spMkLst>
            <pc:docMk/>
            <pc:sldMk cId="1786689073" sldId="629"/>
            <ac:spMk id="661" creationId="{C238E128-FD57-3C5F-D299-AD16C65233E2}"/>
          </ac:spMkLst>
        </pc:spChg>
        <pc:spChg chg="del mod topLvl">
          <ac:chgData name="Terence Yang(楊金晶_PSZ)" userId="04050711-1c2b-4376-8c27-98d2e13849ce" providerId="ADAL" clId="{9F3395C2-1C42-496B-8D8D-0B0886CB10DC}" dt="2023-06-15T03:03:53.435" v="172" actId="478"/>
          <ac:spMkLst>
            <pc:docMk/>
            <pc:sldMk cId="1786689073" sldId="629"/>
            <ac:spMk id="666" creationId="{CDD8E292-2EFE-FA39-4BF1-D4FDD2D520AD}"/>
          </ac:spMkLst>
        </pc:spChg>
        <pc:spChg chg="del mod topLvl">
          <ac:chgData name="Terence Yang(楊金晶_PSZ)" userId="04050711-1c2b-4376-8c27-98d2e13849ce" providerId="ADAL" clId="{9F3395C2-1C42-496B-8D8D-0B0886CB10DC}" dt="2023-06-15T03:03:56.309" v="174" actId="478"/>
          <ac:spMkLst>
            <pc:docMk/>
            <pc:sldMk cId="1786689073" sldId="629"/>
            <ac:spMk id="667" creationId="{E1FE4C78-08BF-2A6A-FB99-24A1697F47BD}"/>
          </ac:spMkLst>
        </pc:spChg>
        <pc:spChg chg="del mod topLvl">
          <ac:chgData name="Terence Yang(楊金晶_PSZ)" userId="04050711-1c2b-4376-8c27-98d2e13849ce" providerId="ADAL" clId="{9F3395C2-1C42-496B-8D8D-0B0886CB10DC}" dt="2023-06-15T03:03:52.465" v="171" actId="478"/>
          <ac:spMkLst>
            <pc:docMk/>
            <pc:sldMk cId="1786689073" sldId="629"/>
            <ac:spMk id="668" creationId="{FF9A7453-CD09-FD19-8BC7-D494432991AB}"/>
          </ac:spMkLst>
        </pc:spChg>
        <pc:spChg chg="del mod topLvl">
          <ac:chgData name="Terence Yang(楊金晶_PSZ)" userId="04050711-1c2b-4376-8c27-98d2e13849ce" providerId="ADAL" clId="{9F3395C2-1C42-496B-8D8D-0B0886CB10DC}" dt="2023-06-15T03:03:51.832" v="170" actId="478"/>
          <ac:spMkLst>
            <pc:docMk/>
            <pc:sldMk cId="1786689073" sldId="629"/>
            <ac:spMk id="669" creationId="{BC9AB030-83A6-D047-A973-A7BB4BB487FA}"/>
          </ac:spMkLst>
        </pc:spChg>
        <pc:spChg chg="del mod topLvl">
          <ac:chgData name="Terence Yang(楊金晶_PSZ)" userId="04050711-1c2b-4376-8c27-98d2e13849ce" providerId="ADAL" clId="{9F3395C2-1C42-496B-8D8D-0B0886CB10DC}" dt="2023-06-15T03:03:50.406" v="168" actId="478"/>
          <ac:spMkLst>
            <pc:docMk/>
            <pc:sldMk cId="1786689073" sldId="629"/>
            <ac:spMk id="670" creationId="{3FD634C1-5D97-2CD7-F912-366D54F794D1}"/>
          </ac:spMkLst>
        </pc:spChg>
        <pc:spChg chg="del mod topLvl">
          <ac:chgData name="Terence Yang(楊金晶_PSZ)" userId="04050711-1c2b-4376-8c27-98d2e13849ce" providerId="ADAL" clId="{9F3395C2-1C42-496B-8D8D-0B0886CB10DC}" dt="2023-06-15T03:03:51.008" v="169" actId="478"/>
          <ac:spMkLst>
            <pc:docMk/>
            <pc:sldMk cId="1786689073" sldId="629"/>
            <ac:spMk id="671" creationId="{C269441B-85DF-C139-8519-9D3A1E8B5F19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74" creationId="{90AEEF96-AF79-0149-F73E-354D7B12ECC8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75" creationId="{665154B4-402F-70E7-7131-8DDE1C0CB544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76" creationId="{01DC844E-1868-206B-4886-8C30E6BA37BB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77" creationId="{B4A9C200-8328-BDF2-FAB0-8C2EEF8B8FCB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78" creationId="{A31268A7-2419-D321-F55E-DC9082C276F6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79" creationId="{8F81FE71-0980-FCB1-A128-0F6CB08592D9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80" creationId="{0EE977B0-9BDF-AC44-12AD-523467CB0821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81" creationId="{40C7D552-5FB4-38C5-9019-18B44D9305E0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82" creationId="{93133A8B-0951-7F5D-B702-87F24E002945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83" creationId="{6C5BE794-F58D-7296-C610-325046F2B7F0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84" creationId="{DF8EC854-CBDB-909E-FEB3-4C729D5D9DD1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85" creationId="{EAA3430E-D57B-C0C5-6097-CA228112B3D0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86" creationId="{8CBF4BB1-D40D-1EC6-8BF0-2D07AFFB79D9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87" creationId="{532AE7D1-8A73-B2A1-9B72-9EB2442D5FB2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88" creationId="{5BCB1925-2622-E867-D600-4C9707ED7233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89" creationId="{D8C03B17-E167-3D17-FB63-03ABB441239A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90" creationId="{AB44AD50-C0C7-AA5F-7B8F-A48E0E2E2D6B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91" creationId="{B8E91C09-ECEB-A395-96B1-FE2311869980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92" creationId="{715399E5-B3D7-1DD0-CC72-599F31D2B252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93" creationId="{B3F77EC7-33DE-DD8B-556A-96F6E31CABEA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94" creationId="{E8C5D8D5-95BC-CADA-B024-92B5DDDC31FB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95" creationId="{1BF2F733-6B39-7038-9218-C3FDD86C5216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96" creationId="{964D6F37-1D8B-7D6C-162E-2B299CCBC1AC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97" creationId="{B3BA8C84-2D49-15EA-E631-AE1EFCA4496E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98" creationId="{C277D335-3D52-E7E3-8C6C-AE794E816035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699" creationId="{23851F94-6091-CC86-2877-287BA00E9369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00" creationId="{8ABBFBCB-B5BF-A973-412E-82F55C3EA96E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01" creationId="{9F559127-94F5-50D5-0618-AB19D5F11EAC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02" creationId="{839A6DD1-0338-7041-E847-FF0F132AF139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03" creationId="{59EC1AE9-8989-F464-A6D6-F7AA5AB2F405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04" creationId="{E8934884-14FC-E1D7-8C10-24F00F07F13C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05" creationId="{71D91681-FFE0-5173-2DC3-A6BA48F31E34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06" creationId="{284BE7D6-FC20-FD1B-94A7-9BC32DB64AA4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07" creationId="{F39BFFDA-79D7-E483-6592-5998D78C2C14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08" creationId="{0289ADD7-95F9-B818-7568-C0BA6CE3042E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09" creationId="{FD93F13E-F849-838E-00EF-932782E102B8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10" creationId="{794A5EC2-C21D-E25D-D207-651139368605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11" creationId="{1EE5E196-D7DC-6B45-320A-08AC2228EEC0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12" creationId="{DB558144-E841-3DE3-06DB-D3B60394AC27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13" creationId="{1B8F7186-2712-ECC8-C62C-3ACB6DB4352A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14" creationId="{3E163A22-8840-8760-B5D5-B7940193AB24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15" creationId="{7ADD3B8A-731A-B751-781E-5A964395F1CC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16" creationId="{13E6DA3A-7289-E8C8-BDFE-2095F56B7A9B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17" creationId="{BAD1CA19-3BBD-14B8-6679-4411605BA314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18" creationId="{C5B1859B-95EE-1CD0-CC7D-99BB6E9B5CF5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19" creationId="{2D609699-3948-9C93-2476-227ED24DB82B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20" creationId="{48943621-4CF9-771B-E7B8-10260A2C517D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21" creationId="{23CD9788-3762-8A09-60E1-6425DCD9D092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22" creationId="{58ECFE09-C3A0-30E3-6C17-AE4AD939F176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23" creationId="{29A73D80-B5F8-A6AB-3BBC-EDD5E15F6457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24" creationId="{3D200688-14AF-90C8-CC24-3A77E004B523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25" creationId="{A9265ACB-7167-2F6A-69CD-55568190AA2E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26" creationId="{71D9B265-D815-F82D-CD0C-FFEE7BF5BC74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27" creationId="{7C2D9554-81D6-D559-9DCD-9489A8027C83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28" creationId="{97BA8518-3453-48AE-AA63-F55267ED0D3C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29" creationId="{35A588D2-32D1-31F9-0DF6-FA065586732C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30" creationId="{2D1F62F0-12D4-B46D-BD0E-AAF9A5BA0F8B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31" creationId="{87315D66-5A7E-96EF-6483-656978939775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32" creationId="{083627CA-B144-671E-EEC0-74CF1D9DA7BC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33" creationId="{BF4EC763-AD05-9370-2AE4-D03C54E5F9FF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34" creationId="{922A0B92-9BFE-656B-0DF1-A1DE791856D2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35" creationId="{D3E9BA3C-1515-2BDE-48FE-80BFEC8DE2D0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36" creationId="{006CCF55-58D7-6F11-94E3-003932D9B928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37" creationId="{779B68DE-56FD-C95A-F200-704160B336ED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38" creationId="{6693480F-3B59-AD9C-30C3-2F64243B4425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39" creationId="{5FC922D1-C04A-D22C-28D8-B08927BB68A5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40" creationId="{94AC1306-2E55-0492-ABD3-E6913995269E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43" creationId="{FBE89417-5D22-7FD2-3B1D-7CCFCF63BFB4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47" creationId="{33400FBC-2CEB-277E-5EF0-5D26C2AD3979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49" creationId="{CDBB0FB0-1F69-B706-A6E5-49D99B4B9207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50" creationId="{88D874A8-E656-E517-30FC-3AF62C384352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752" creationId="{C58EA714-4E3A-800D-9F4B-B2F989757960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808" creationId="{8376C64F-67A4-4CEB-60A1-F0DD48B5E3DE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809" creationId="{8B9729B3-F3CC-D801-2784-7CDEFA0E3FB2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810" creationId="{190B42CA-831E-08C3-34C8-1D548B12A02E}"/>
          </ac:spMkLst>
        </pc:spChg>
        <pc:spChg chg="mod">
          <ac:chgData name="Terence Yang(楊金晶_PSZ)" userId="04050711-1c2b-4376-8c27-98d2e13849ce" providerId="ADAL" clId="{9F3395C2-1C42-496B-8D8D-0B0886CB10DC}" dt="2023-06-15T03:03:48.885" v="167" actId="165"/>
          <ac:spMkLst>
            <pc:docMk/>
            <pc:sldMk cId="1786689073" sldId="629"/>
            <ac:spMk id="811" creationId="{217B4490-BC63-654A-BCC3-2F003021801F}"/>
          </ac:spMkLst>
        </pc:spChg>
        <pc:grpChg chg="add del mod">
          <ac:chgData name="Terence Yang(楊金晶_PSZ)" userId="04050711-1c2b-4376-8c27-98d2e13849ce" providerId="ADAL" clId="{9F3395C2-1C42-496B-8D8D-0B0886CB10DC}" dt="2023-06-15T02:56:14.746" v="13" actId="165"/>
          <ac:grpSpMkLst>
            <pc:docMk/>
            <pc:sldMk cId="1786689073" sldId="629"/>
            <ac:grpSpMk id="4" creationId="{E53AD5A2-F227-F20C-E37F-F89864226613}"/>
          </ac:grpSpMkLst>
        </pc:grpChg>
        <pc:grpChg chg="add del mod ord topLvl">
          <ac:chgData name="Terence Yang(楊金晶_PSZ)" userId="04050711-1c2b-4376-8c27-98d2e13849ce" providerId="ADAL" clId="{9F3395C2-1C42-496B-8D8D-0B0886CB10DC}" dt="2023-06-15T02:56:52.984" v="24" actId="21"/>
          <ac:grpSpMkLst>
            <pc:docMk/>
            <pc:sldMk cId="1786689073" sldId="629"/>
            <ac:grpSpMk id="5" creationId="{872CC084-8FC6-2A05-2FF6-CC572310F1F1}"/>
          </ac:grpSpMkLst>
        </pc:grpChg>
        <pc:grpChg chg="del mod topLvl">
          <ac:chgData name="Terence Yang(楊金晶_PSZ)" userId="04050711-1c2b-4376-8c27-98d2e13849ce" providerId="ADAL" clId="{9F3395C2-1C42-496B-8D8D-0B0886CB10DC}" dt="2023-06-15T02:59:06.889" v="58" actId="478"/>
          <ac:grpSpMkLst>
            <pc:docMk/>
            <pc:sldMk cId="1786689073" sldId="629"/>
            <ac:grpSpMk id="6" creationId="{0CD97437-830E-9B51-1B01-6FC3AA920492}"/>
          </ac:grpSpMkLst>
        </pc:grpChg>
        <pc:grpChg chg="del mod topLvl">
          <ac:chgData name="Terence Yang(楊金晶_PSZ)" userId="04050711-1c2b-4376-8c27-98d2e13849ce" providerId="ADAL" clId="{9F3395C2-1C42-496B-8D8D-0B0886CB10DC}" dt="2023-06-15T02:59:06.889" v="58" actId="478"/>
          <ac:grpSpMkLst>
            <pc:docMk/>
            <pc:sldMk cId="1786689073" sldId="629"/>
            <ac:grpSpMk id="7" creationId="{5FE50720-B78D-8B13-E8F5-DF09CB928585}"/>
          </ac:grpSpMkLst>
        </pc:grpChg>
        <pc:grpChg chg="del mod topLvl">
          <ac:chgData name="Terence Yang(楊金晶_PSZ)" userId="04050711-1c2b-4376-8c27-98d2e13849ce" providerId="ADAL" clId="{9F3395C2-1C42-496B-8D8D-0B0886CB10DC}" dt="2023-06-15T02:59:06.889" v="58" actId="478"/>
          <ac:grpSpMkLst>
            <pc:docMk/>
            <pc:sldMk cId="1786689073" sldId="629"/>
            <ac:grpSpMk id="14" creationId="{249C2E9C-1C4A-C417-DB35-18B2C839B195}"/>
          </ac:grpSpMkLst>
        </pc:grpChg>
        <pc:grpChg chg="add del mod topLvl">
          <ac:chgData name="Terence Yang(楊金晶_PSZ)" userId="04050711-1c2b-4376-8c27-98d2e13849ce" providerId="ADAL" clId="{9F3395C2-1C42-496B-8D8D-0B0886CB10DC}" dt="2023-06-15T02:57:07.336" v="28" actId="21"/>
          <ac:grpSpMkLst>
            <pc:docMk/>
            <pc:sldMk cId="1786689073" sldId="629"/>
            <ac:grpSpMk id="15" creationId="{F9006B07-AFA8-E3AA-CCA3-9A7EAA4A4798}"/>
          </ac:grpSpMkLst>
        </pc:grpChg>
        <pc:grpChg chg="mod">
          <ac:chgData name="Terence Yang(楊金晶_PSZ)" userId="04050711-1c2b-4376-8c27-98d2e13849ce" providerId="ADAL" clId="{9F3395C2-1C42-496B-8D8D-0B0886CB10DC}" dt="2023-06-15T02:56:14.746" v="13" actId="165"/>
          <ac:grpSpMkLst>
            <pc:docMk/>
            <pc:sldMk cId="1786689073" sldId="629"/>
            <ac:grpSpMk id="95" creationId="{379AB460-7FDA-8E19-021F-BEE45C1389CA}"/>
          </ac:grpSpMkLst>
        </pc:grpChg>
        <pc:grpChg chg="mod">
          <ac:chgData name="Terence Yang(楊金晶_PSZ)" userId="04050711-1c2b-4376-8c27-98d2e13849ce" providerId="ADAL" clId="{9F3395C2-1C42-496B-8D8D-0B0886CB10DC}" dt="2023-06-15T02:56:14.746" v="13" actId="165"/>
          <ac:grpSpMkLst>
            <pc:docMk/>
            <pc:sldMk cId="1786689073" sldId="629"/>
            <ac:grpSpMk id="96" creationId="{5E3176C4-069E-A68D-3C5B-E87B572EA0C4}"/>
          </ac:grpSpMkLst>
        </pc:grpChg>
        <pc:grpChg chg="mod">
          <ac:chgData name="Terence Yang(楊金晶_PSZ)" userId="04050711-1c2b-4376-8c27-98d2e13849ce" providerId="ADAL" clId="{9F3395C2-1C42-496B-8D8D-0B0886CB10DC}" dt="2023-06-15T02:56:14.746" v="13" actId="165"/>
          <ac:grpSpMkLst>
            <pc:docMk/>
            <pc:sldMk cId="1786689073" sldId="629"/>
            <ac:grpSpMk id="123" creationId="{F268FD44-54EF-77A6-5F3B-36BCE3A98EE2}"/>
          </ac:grpSpMkLst>
        </pc:grpChg>
        <pc:grpChg chg="mod">
          <ac:chgData name="Terence Yang(楊金晶_PSZ)" userId="04050711-1c2b-4376-8c27-98d2e13849ce" providerId="ADAL" clId="{9F3395C2-1C42-496B-8D8D-0B0886CB10DC}" dt="2023-06-15T02:56:14.746" v="13" actId="165"/>
          <ac:grpSpMkLst>
            <pc:docMk/>
            <pc:sldMk cId="1786689073" sldId="629"/>
            <ac:grpSpMk id="124" creationId="{F1B7CF4E-C238-AD01-ED06-2F69208B97A0}"/>
          </ac:grpSpMkLst>
        </pc:grpChg>
        <pc:grpChg chg="add del mod">
          <ac:chgData name="Terence Yang(楊金晶_PSZ)" userId="04050711-1c2b-4376-8c27-98d2e13849ce" providerId="ADAL" clId="{9F3395C2-1C42-496B-8D8D-0B0886CB10DC}" dt="2023-06-15T03:01:10.040" v="138" actId="478"/>
          <ac:grpSpMkLst>
            <pc:docMk/>
            <pc:sldMk cId="1786689073" sldId="629"/>
            <ac:grpSpMk id="158" creationId="{6EBF5D1C-D422-BF1A-A9E6-BC8C661CF99B}"/>
          </ac:grpSpMkLst>
        </pc:grpChg>
        <pc:grpChg chg="add 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177" creationId="{98A3047B-EA5A-8099-8780-744801B458BD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178" creationId="{FAFDFAEE-4781-61C7-D8A9-5849EFD4490B}"/>
          </ac:grpSpMkLst>
        </pc:grpChg>
        <pc:grpChg chg="add 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189" creationId="{D83879DD-AFEC-1821-4959-631C85B741F1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190" creationId="{DCB509BE-CA32-A3E4-7529-19EC7C6966C6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191" creationId="{59129A92-E0D9-11D0-62CF-7DB5E8EB3472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192" creationId="{B1F03146-A8CD-8527-E356-5E044EFBF7C1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193" creationId="{64A7C6D7-E148-5FF2-E7D7-2F0C424AB736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194" creationId="{1CDCB11F-0BF4-36ED-D73E-E924541F15CF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195" creationId="{7F1889A9-33A3-3178-604B-F2B6D692B0B2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196" creationId="{339556CA-9629-D4F3-18C6-01CCA7819E2A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197" creationId="{CA1D4675-BFF5-B03D-A7CB-9E2B67F94833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198" creationId="{F2F8BAD4-40BD-0EE2-9F22-319B4B4CA6DB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199" creationId="{7AFFECB0-2DB1-A9DA-864D-B8C479B7C69B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19" creationId="{630AF37C-A22D-5E78-3CDA-30CBCACFE642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20" creationId="{352F50E7-BFAB-3CE7-CCEB-9126B160DF21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21" creationId="{21436F35-86A5-EE75-AED5-F11C4434352A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22" creationId="{2179F4E8-11EB-DA17-D7F2-CC3C492E848E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23" creationId="{7BAAEC68-8AB6-1EF2-B5B5-1727792878C5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24" creationId="{D20A809A-7880-513D-55C6-BDBB2A1F720E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25" creationId="{7CAEE0D5-880D-83F0-35FC-AB28FC9BD299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26" creationId="{19601E62-89E9-8C36-F5C2-4050572C6A12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27" creationId="{16F0F304-A924-9561-917E-E0E308C474DA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28" creationId="{991E8377-311E-2DA6-4D90-1530E8096098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29" creationId="{2A2074EC-2468-969F-1FF0-A48DDAC459AF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43" creationId="{6C887E52-4E39-8634-C03D-3C81F953A359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44" creationId="{76CB7032-D4A8-8561-D682-AB066BD25CBF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45" creationId="{73C880B0-F5F4-99F6-7950-E5141A9FF390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46" creationId="{4A3677A0-DE65-8837-64DF-47E00914EAF7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47" creationId="{57108F30-9BC7-5260-D65E-D09F151DE1CE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48" creationId="{75326BDA-7CC0-FEB5-1CA4-A5CF634F551D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49" creationId="{EEF9E625-2C0B-18C5-5230-9C2778AEE7B7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50" creationId="{A1365AFC-9DDA-AB95-9D04-8E7FCA8B4E26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51" creationId="{B245AE6C-C778-9F2C-F4EA-1157C27CB233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52" creationId="{BD9485FF-ACA0-7460-DB34-927A44D890A8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53" creationId="{DAAE0A81-EDF3-9892-9662-DCC9B2E11C14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54" creationId="{DFB5AD22-7C53-D3A3-5196-6E7F0B7B9386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77" creationId="{D3E0142A-F749-14D9-7EE9-DEFE32D005D0}"/>
          </ac:grpSpMkLst>
        </pc:grpChg>
        <pc:grpChg chg="mod">
          <ac:chgData name="Terence Yang(楊金晶_PSZ)" userId="04050711-1c2b-4376-8c27-98d2e13849ce" providerId="ADAL" clId="{9F3395C2-1C42-496B-8D8D-0B0886CB10DC}" dt="2023-06-15T02:59:16.845" v="59"/>
          <ac:grpSpMkLst>
            <pc:docMk/>
            <pc:sldMk cId="1786689073" sldId="629"/>
            <ac:grpSpMk id="278" creationId="{4EFCD733-7C08-633C-28A4-D8E1330A3956}"/>
          </ac:grpSpMkLst>
        </pc:grpChg>
        <pc:grpChg chg="add del mod">
          <ac:chgData name="Terence Yang(楊金晶_PSZ)" userId="04050711-1c2b-4376-8c27-98d2e13849ce" providerId="ADAL" clId="{9F3395C2-1C42-496B-8D8D-0B0886CB10DC}" dt="2023-06-15T03:01:10.040" v="138" actId="478"/>
          <ac:grpSpMkLst>
            <pc:docMk/>
            <pc:sldMk cId="1786689073" sldId="629"/>
            <ac:grpSpMk id="349" creationId="{C703AE50-7919-8465-076F-D64901AF6A2D}"/>
          </ac:grpSpMkLst>
        </pc:grpChg>
        <pc:grpChg chg="add del mod">
          <ac:chgData name="Terence Yang(楊金晶_PSZ)" userId="04050711-1c2b-4376-8c27-98d2e13849ce" providerId="ADAL" clId="{9F3395C2-1C42-496B-8D8D-0B0886CB10DC}" dt="2023-06-15T03:00:55.333" v="134" actId="478"/>
          <ac:grpSpMkLst>
            <pc:docMk/>
            <pc:sldMk cId="1786689073" sldId="629"/>
            <ac:grpSpMk id="358" creationId="{E738CA3B-FA94-350D-CF92-C75C49F31BDA}"/>
          </ac:grpSpMkLst>
        </pc:grpChg>
        <pc:grpChg chg="add del mod">
          <ac:chgData name="Terence Yang(楊金晶_PSZ)" userId="04050711-1c2b-4376-8c27-98d2e13849ce" providerId="ADAL" clId="{9F3395C2-1C42-496B-8D8D-0B0886CB10DC}" dt="2023-06-15T03:01:01.883" v="135" actId="478"/>
          <ac:grpSpMkLst>
            <pc:docMk/>
            <pc:sldMk cId="1786689073" sldId="629"/>
            <ac:grpSpMk id="365" creationId="{B91CFF0D-BA67-3E55-27AA-6D163E63C139}"/>
          </ac:grpSpMkLst>
        </pc:grpChg>
        <pc:grpChg chg="add del mod">
          <ac:chgData name="Terence Yang(楊金晶_PSZ)" userId="04050711-1c2b-4376-8c27-98d2e13849ce" providerId="ADAL" clId="{9F3395C2-1C42-496B-8D8D-0B0886CB10DC}" dt="2023-06-15T02:59:36.201" v="64" actId="21"/>
          <ac:grpSpMkLst>
            <pc:docMk/>
            <pc:sldMk cId="1786689073" sldId="629"/>
            <ac:grpSpMk id="393" creationId="{239699A2-6A9D-743D-713A-442BC4DF9F71}"/>
          </ac:grpSpMkLst>
        </pc:grpChg>
        <pc:grpChg chg="add del 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439" creationId="{85ED4621-52E5-ED49-579A-A170BFEE635A}"/>
          </ac:grpSpMkLst>
        </pc:grpChg>
        <pc:grpChg chg="add del mod topLvl">
          <ac:chgData name="Terence Yang(楊金晶_PSZ)" userId="04050711-1c2b-4376-8c27-98d2e13849ce" providerId="ADAL" clId="{9F3395C2-1C42-496B-8D8D-0B0886CB10DC}" dt="2023-06-15T03:02:00.355" v="148" actId="21"/>
          <ac:grpSpMkLst>
            <pc:docMk/>
            <pc:sldMk cId="1786689073" sldId="629"/>
            <ac:grpSpMk id="440" creationId="{3A387D6F-003D-D655-17AE-B0199A9365A2}"/>
          </ac:grpSpMkLst>
        </pc:grpChg>
        <pc:grpChg chg="add del mod topLvl">
          <ac:chgData name="Terence Yang(楊金晶_PSZ)" userId="04050711-1c2b-4376-8c27-98d2e13849ce" providerId="ADAL" clId="{9F3395C2-1C42-496B-8D8D-0B0886CB10DC}" dt="2023-06-15T03:03:29.047" v="161" actId="478"/>
          <ac:grpSpMkLst>
            <pc:docMk/>
            <pc:sldMk cId="1786689073" sldId="629"/>
            <ac:grpSpMk id="441" creationId="{5D770FC3-4CC6-2F91-F1E5-5F74592E00FC}"/>
          </ac:grpSpMkLst>
        </pc:grpChg>
        <pc:grpChg chg="add del mod topLvl">
          <ac:chgData name="Terence Yang(楊金晶_PSZ)" userId="04050711-1c2b-4376-8c27-98d2e13849ce" providerId="ADAL" clId="{9F3395C2-1C42-496B-8D8D-0B0886CB10DC}" dt="2023-06-15T03:03:26.192" v="160" actId="478"/>
          <ac:grpSpMkLst>
            <pc:docMk/>
            <pc:sldMk cId="1786689073" sldId="629"/>
            <ac:grpSpMk id="442" creationId="{28B26DCF-498A-DF8B-8AB9-73E80EEB75D1}"/>
          </ac:grpSpMkLst>
        </pc:grpChg>
        <pc:grpChg chg="mod topLvl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443" creationId="{ADD417D1-0839-C20E-ECEF-C14BD457B2D4}"/>
          </ac:grpSpMkLst>
        </pc:grpChg>
        <pc:grpChg chg="del mod topLvl">
          <ac:chgData name="Terence Yang(楊金晶_PSZ)" userId="04050711-1c2b-4376-8c27-98d2e13849ce" providerId="ADAL" clId="{9F3395C2-1C42-496B-8D8D-0B0886CB10DC}" dt="2023-06-15T03:02:00.355" v="148" actId="21"/>
          <ac:grpSpMkLst>
            <pc:docMk/>
            <pc:sldMk cId="1786689073" sldId="629"/>
            <ac:grpSpMk id="444" creationId="{03379E9B-1E7A-C38B-F4BE-E07ABDD20DE7}"/>
          </ac:grpSpMkLst>
        </pc:grpChg>
        <pc:grpChg chg="del mod topLvl">
          <ac:chgData name="Terence Yang(楊金晶_PSZ)" userId="04050711-1c2b-4376-8c27-98d2e13849ce" providerId="ADAL" clId="{9F3395C2-1C42-496B-8D8D-0B0886CB10DC}" dt="2023-06-15T03:01:47.513" v="144" actId="21"/>
          <ac:grpSpMkLst>
            <pc:docMk/>
            <pc:sldMk cId="1786689073" sldId="629"/>
            <ac:grpSpMk id="445" creationId="{58D6D603-4895-7DEB-62DC-3389DA8DEF7A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481" creationId="{44D9A5BF-B30E-DCFA-3998-093E19CB0758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482" creationId="{8A2A5CEA-FF85-B3F3-1F64-E3A2243A79CB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483" creationId="{30EF57E4-6302-13F6-2D94-3813E83ED7B0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484" creationId="{3B204083-6842-71B1-349E-B5FEEB678472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485" creationId="{D56CFBAB-DC1D-CFEF-BF3D-7146D90DAE5E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486" creationId="{95FF7958-921B-10F9-8A76-050F71E0252A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487" creationId="{516305F6-2D47-6F71-B753-9CDDABFF5242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488" creationId="{0195ACDB-2EF8-E298-0312-EA5ECC5C0B00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489" creationId="{7BA58F45-7C0F-82B1-7C37-1D6F7FD84025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490" creationId="{C76BDC9D-22B9-0A3F-A3E8-B7B7767D3ECD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491" creationId="{2E6C21DC-E11C-189B-985B-0AECEFB9F4B8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05" creationId="{D821E090-BDF1-9E69-3479-0F567762CCDE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06" creationId="{5C3173B9-1E6D-C01F-7EAB-40F5B3254206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07" creationId="{64BECECA-9CFC-0EA9-B4C2-E5BBA54EC510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08" creationId="{4185B005-9BB3-5883-FF3A-1257B98B3BDC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09" creationId="{59D3AF95-0A6E-6F9D-077F-39DD3348E94F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10" creationId="{B7BB25F6-A255-AAE8-F88D-704AF1C5BC9B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11" creationId="{6972846A-C06C-CB99-8AAF-EFA595CBDCF3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12" creationId="{3996443D-AE13-F65F-353B-C24E735136C2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13" creationId="{AA013A37-719A-CC63-2587-8DF4AB7FC4DB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14" creationId="{46F0E532-FF75-2B7B-E7B4-676EC76A7311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15" creationId="{4BEFBE8A-0E1D-9A44-0876-AD4C3205268A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16" creationId="{3E4128FB-B9A1-AD50-E346-01DBA97F6E54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18" creationId="{900BFC40-A396-AC2C-8CBD-FE97A3519207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85" creationId="{26A3E13F-CBF2-9980-C5B2-24B17AC5C2C9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96" creationId="{D1B14C99-E245-D819-D7B0-11B402262794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97" creationId="{D52A117E-5E1D-B1FD-0772-2622660B8CDD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98" creationId="{55BDC625-288B-9F7B-A474-9DA4300B52BE}"/>
          </ac:grpSpMkLst>
        </pc:grpChg>
        <pc:grpChg chg="mod">
          <ac:chgData name="Terence Yang(楊金晶_PSZ)" userId="04050711-1c2b-4376-8c27-98d2e13849ce" providerId="ADAL" clId="{9F3395C2-1C42-496B-8D8D-0B0886CB10DC}" dt="2023-06-15T03:01:41.873" v="143" actId="165"/>
          <ac:grpSpMkLst>
            <pc:docMk/>
            <pc:sldMk cId="1786689073" sldId="629"/>
            <ac:grpSpMk id="599" creationId="{A995C031-B9FB-E033-2D04-CC8DBA5B2F8F}"/>
          </ac:grpSpMkLst>
        </pc:grpChg>
        <pc:grpChg chg="add del mod">
          <ac:chgData name="Terence Yang(楊金晶_PSZ)" userId="04050711-1c2b-4376-8c27-98d2e13849ce" providerId="ADAL" clId="{9F3395C2-1C42-496B-8D8D-0B0886CB10DC}" dt="2023-06-15T03:03:48.885" v="167" actId="165"/>
          <ac:grpSpMkLst>
            <pc:docMk/>
            <pc:sldMk cId="1786689073" sldId="629"/>
            <ac:grpSpMk id="662" creationId="{686105DE-A0E9-4BAB-37C3-5402AFA78626}"/>
          </ac:grpSpMkLst>
        </pc:grpChg>
        <pc:grpChg chg="del mod topLvl">
          <ac:chgData name="Terence Yang(楊金晶_PSZ)" userId="04050711-1c2b-4376-8c27-98d2e13849ce" providerId="ADAL" clId="{9F3395C2-1C42-496B-8D8D-0B0886CB10DC}" dt="2023-06-15T03:03:54.261" v="173" actId="478"/>
          <ac:grpSpMkLst>
            <pc:docMk/>
            <pc:sldMk cId="1786689073" sldId="629"/>
            <ac:grpSpMk id="663" creationId="{FEF519E2-3DC4-9B48-6E50-B1503F25D251}"/>
          </ac:grpSpMkLst>
        </pc:grpChg>
        <pc:grpChg chg="del mod topLvl">
          <ac:chgData name="Terence Yang(楊金晶_PSZ)" userId="04050711-1c2b-4376-8c27-98d2e13849ce" providerId="ADAL" clId="{9F3395C2-1C42-496B-8D8D-0B0886CB10DC}" dt="2023-06-15T03:04:04.967" v="176" actId="478"/>
          <ac:grpSpMkLst>
            <pc:docMk/>
            <pc:sldMk cId="1786689073" sldId="629"/>
            <ac:grpSpMk id="664" creationId="{11549009-F8C7-5C34-4E13-7CF7297B7F56}"/>
          </ac:grpSpMkLst>
        </pc:grpChg>
        <pc:grpChg chg="del mod topLvl">
          <ac:chgData name="Terence Yang(楊金晶_PSZ)" userId="04050711-1c2b-4376-8c27-98d2e13849ce" providerId="ADAL" clId="{9F3395C2-1C42-496B-8D8D-0B0886CB10DC}" dt="2023-06-15T03:04:04.967" v="176" actId="478"/>
          <ac:grpSpMkLst>
            <pc:docMk/>
            <pc:sldMk cId="1786689073" sldId="629"/>
            <ac:grpSpMk id="665" creationId="{53B584F3-9872-DD77-55B6-840065DFB957}"/>
          </ac:grpSpMkLst>
        </pc:grpChg>
        <pc:grpChg chg="mod topLvl">
          <ac:chgData name="Terence Yang(楊金晶_PSZ)" userId="04050711-1c2b-4376-8c27-98d2e13849ce" providerId="ADAL" clId="{9F3395C2-1C42-496B-8D8D-0B0886CB10DC}" dt="2023-06-15T03:03:48.885" v="167" actId="165"/>
          <ac:grpSpMkLst>
            <pc:docMk/>
            <pc:sldMk cId="1786689073" sldId="629"/>
            <ac:grpSpMk id="672" creationId="{56C758F1-3415-CDE3-1D11-4C2CE301A917}"/>
          </ac:grpSpMkLst>
        </pc:grpChg>
        <pc:grpChg chg="del mod topLvl">
          <ac:chgData name="Terence Yang(楊金晶_PSZ)" userId="04050711-1c2b-4376-8c27-98d2e13849ce" providerId="ADAL" clId="{9F3395C2-1C42-496B-8D8D-0B0886CB10DC}" dt="2023-06-15T03:03:59.954" v="175" actId="478"/>
          <ac:grpSpMkLst>
            <pc:docMk/>
            <pc:sldMk cId="1786689073" sldId="629"/>
            <ac:grpSpMk id="673" creationId="{B27E9BF9-A21E-022B-0FB0-6AEF5AAB3F2A}"/>
          </ac:grpSpMkLst>
        </pc:grpChg>
        <pc:grpChg chg="mod">
          <ac:chgData name="Terence Yang(楊金晶_PSZ)" userId="04050711-1c2b-4376-8c27-98d2e13849ce" providerId="ADAL" clId="{9F3395C2-1C42-496B-8D8D-0B0886CB10DC}" dt="2023-06-15T03:03:48.885" v="167" actId="165"/>
          <ac:grpSpMkLst>
            <pc:docMk/>
            <pc:sldMk cId="1786689073" sldId="629"/>
            <ac:grpSpMk id="753" creationId="{5B4AF385-33F6-C708-BBA6-DDD4522FC469}"/>
          </ac:grpSpMkLst>
        </pc:grpChg>
        <pc:grpChg chg="mod">
          <ac:chgData name="Terence Yang(楊金晶_PSZ)" userId="04050711-1c2b-4376-8c27-98d2e13849ce" providerId="ADAL" clId="{9F3395C2-1C42-496B-8D8D-0B0886CB10DC}" dt="2023-06-15T03:03:48.885" v="167" actId="165"/>
          <ac:grpSpMkLst>
            <pc:docMk/>
            <pc:sldMk cId="1786689073" sldId="629"/>
            <ac:grpSpMk id="754" creationId="{8A3E6154-237A-6960-2EEA-87F66171A727}"/>
          </ac:grpSpMkLst>
        </pc:grpChg>
        <pc:grpChg chg="mod">
          <ac:chgData name="Terence Yang(楊金晶_PSZ)" userId="04050711-1c2b-4376-8c27-98d2e13849ce" providerId="ADAL" clId="{9F3395C2-1C42-496B-8D8D-0B0886CB10DC}" dt="2023-06-15T03:03:48.885" v="167" actId="165"/>
          <ac:grpSpMkLst>
            <pc:docMk/>
            <pc:sldMk cId="1786689073" sldId="629"/>
            <ac:grpSpMk id="781" creationId="{7FC9343D-152C-8426-E062-6787854BD7FE}"/>
          </ac:grpSpMkLst>
        </pc:grpChg>
        <pc:grpChg chg="mod">
          <ac:chgData name="Terence Yang(楊金晶_PSZ)" userId="04050711-1c2b-4376-8c27-98d2e13849ce" providerId="ADAL" clId="{9F3395C2-1C42-496B-8D8D-0B0886CB10DC}" dt="2023-06-15T03:03:48.885" v="167" actId="165"/>
          <ac:grpSpMkLst>
            <pc:docMk/>
            <pc:sldMk cId="1786689073" sldId="629"/>
            <ac:grpSpMk id="782" creationId="{20F2260D-498F-F918-D470-08A45308C8D1}"/>
          </ac:grpSpMkLst>
        </pc:grp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83" creationId="{66E1C613-EAD7-3CAB-AEF0-AF0F31826A0F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84" creationId="{AD6D039B-4E9C-775A-8C15-5A7B3BBE06E4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86" creationId="{C6E1807F-E7D2-E4B0-94E3-DC9F383175BD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87" creationId="{7F823301-CBBC-347A-84A5-056F355EFF3C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88" creationId="{C52A2A01-951E-C3E8-CE1A-324FD178BD33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90" creationId="{D2B1BC5A-E5AC-DAFC-FD42-6C1CDE3E47A8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93" creationId="{EA010F8F-7531-CEF5-4673-A66F8E91E0AF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97" creationId="{0EAEBD56-9B78-EADC-3B56-4EA1486F3E9B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98" creationId="{AF5116D4-A89C-0D4F-6B97-4C6B1E4F9AC4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99" creationId="{970D95CE-EBAC-C29B-37B9-D12CDAC2E84A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00" creationId="{3DA69F8F-D45D-C9CD-37A1-792F2A9B77B6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01" creationId="{34E0E9A9-8A00-F0EF-A37E-94338229B423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02" creationId="{E61F3317-B2F3-6E4B-0700-793DEC788C1B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03" creationId="{89513086-6CE5-C27E-7491-F82311571C03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04" creationId="{CDDCA4B4-5751-0B3B-C24F-CFD8780BB5DB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05" creationId="{47DA9688-9110-FE55-EE58-E1710359092F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06" creationId="{71CE9534-30A1-3987-5350-DE9F11941248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07" creationId="{44A03E78-228F-93CF-63BA-9FB2A0FCDC5A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08" creationId="{0726C219-D6A1-2E40-C4EB-07321F8FB092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09" creationId="{C2F7D15A-C7FD-EE03-5180-4CC07D32E12C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10" creationId="{F0F0E978-7916-2F29-5881-043C6B6BB614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11" creationId="{E95F459C-0B19-8B1C-AA59-639F38BA614C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12" creationId="{FC0BBB88-99B7-9C10-6DA1-847E54A0D3BE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13" creationId="{BE6CC072-E492-DA5E-965A-20CD9A621DF8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14" creationId="{0317BC77-4732-5078-5BED-C5252FD12992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15" creationId="{6AE00657-CF20-D860-21C7-433FA0CF1E53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16" creationId="{A99E3F2F-7CBC-9EF1-3CD7-17242D60D381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17" creationId="{10A4BCF6-63EB-B276-059E-8773F0B7AEB9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18" creationId="{F2B29601-4363-E761-5BC7-130519D20411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19" creationId="{5D0200A9-963B-1008-A5FF-9F4C3F652EE8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20" creationId="{D8B9B46D-6E1B-AA12-A66A-B95CED473C35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21" creationId="{C1D6B249-97A2-DB82-7490-1067B03A251C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22" creationId="{056AA362-E410-C688-1E9D-438C2265DD22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25" creationId="{60E13D3D-06E4-71D9-237E-C0428EED148F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26" creationId="{8B3118A6-1DEB-6024-CF57-BD4A80497E75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27" creationId="{8950376E-EF11-1FBB-F20D-D576FDA99E63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28" creationId="{1D12D630-D7E0-F38C-AB3A-5385FD7B2BAA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29" creationId="{F9A07DB1-002E-0104-BC1D-B2E732C6088F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30" creationId="{2EB6E4C8-31C8-1CD8-5697-0F0E54E336F0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31" creationId="{62E6E5B9-12DA-3A59-5807-A3BCD75DBE8E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32" creationId="{962E8A14-A385-8C92-7C30-6CDD2EE8C68A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33" creationId="{95F1CEF1-18D1-F597-5A3F-B72F2E829C9D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34" creationId="{2FC39E50-61C4-0D1C-6DD1-9DFDB11D623D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35" creationId="{F2C87D51-6E79-84A8-5E5D-1DD5225DA3AA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36" creationId="{F6319424-8DFF-F3D0-D193-D6FA14751EFE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37" creationId="{0A649CD7-63E2-80C7-87B6-2DF025DF0EC3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38" creationId="{F24EF81C-7057-C612-9F65-0ED47BB926D8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39" creationId="{4EF835AA-9C30-1A71-5ACD-B9AD5860AF7C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40" creationId="{76995C43-2440-4399-9B7B-73CB02E4D7C7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41" creationId="{8E52C2B4-7B0F-46FF-38A3-6D2C9933A1B6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42" creationId="{65F8E3B1-EA79-52F1-3D88-55CB9AE9A4D7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43" creationId="{C75B749C-7B8D-6B73-07C6-383046386FCC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44" creationId="{29CCA34D-26BC-8439-285C-40A64B7C6077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45" creationId="{1BA1145C-8058-8680-BB87-1D7306D5CA08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46" creationId="{F24C81E3-F520-9B77-36A9-C04C3D5C3D57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47" creationId="{48794D2E-E807-9F90-CEE5-79701F3D6F40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48" creationId="{F0B1BF01-589D-E5BC-2F87-5B3B160FA740}"/>
          </ac:cxnSpMkLst>
        </pc:cxnChg>
        <pc:cxnChg chg="mod">
          <ac:chgData name="Terence Yang(楊金晶_PSZ)" userId="04050711-1c2b-4376-8c27-98d2e13849ce" providerId="ADAL" clId="{9F3395C2-1C42-496B-8D8D-0B0886CB10DC}" dt="2023-06-15T02:56:14.746" v="13" actId="165"/>
          <ac:cxnSpMkLst>
            <pc:docMk/>
            <pc:sldMk cId="1786689073" sldId="629"/>
            <ac:cxnSpMk id="149" creationId="{24AB423E-4B5C-3A53-CF5B-4D13F6881681}"/>
          </ac:cxnSpMkLst>
        </pc:cxnChg>
        <pc:cxnChg chg="add del mod">
          <ac:chgData name="Terence Yang(楊金晶_PSZ)" userId="04050711-1c2b-4376-8c27-98d2e13849ce" providerId="ADAL" clId="{9F3395C2-1C42-496B-8D8D-0B0886CB10DC}" dt="2023-06-15T03:01:07.750" v="137" actId="478"/>
          <ac:cxnSpMkLst>
            <pc:docMk/>
            <pc:sldMk cId="1786689073" sldId="629"/>
            <ac:cxnSpMk id="154" creationId="{2B507C17-2665-FDFC-08AD-A087A7B64B4F}"/>
          </ac:cxnSpMkLst>
        </pc:cxnChg>
        <pc:cxnChg chg="add 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55" creationId="{4E1A02B6-5592-0114-7228-53164F90C79B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59" creationId="{21D1871A-DB97-863E-3749-1B68408AC580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60" creationId="{E76608B4-EF14-0D2E-50DA-05CAAF1FF64F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61" creationId="{A8F878A7-641C-787C-9B55-E0C80AC5A3BB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62" creationId="{E6436EAE-E6E7-1C68-6F37-D17B66E57568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63" creationId="{DF341815-DB63-32FA-3E1F-9E54FB88698E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64" creationId="{00FB77B2-87EC-1333-709C-84555978FB44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65" creationId="{6E28A8FA-D2E6-6750-B045-8B601914F796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66" creationId="{44261665-4BE9-B84F-3D01-1A4F89272025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67" creationId="{4D4EAC21-F427-08B2-4701-2D7F3F79C932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68" creationId="{BD0811F7-E2A7-8B20-9125-9B66AFCEE19B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69" creationId="{D4BFDC68-5F03-BF4E-A278-4E8EC3C9B10D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70" creationId="{30F441FA-55F2-12D4-3BE3-7FB748A40739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71" creationId="{268B54B7-A6C3-CCA3-FC4E-9325E62B8C3B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72" creationId="{DD7BF3E8-1027-0498-AEE1-2B8DA3ED71FD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73" creationId="{A7A21B30-4CC0-42AB-1152-D7E47DA31F1E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74" creationId="{159DA125-FB2B-574C-238E-70CFBD1E01DD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75" creationId="{2F557E1E-A893-5A67-ACBF-A4B2CB85E214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76" creationId="{E30A540B-11BA-45FB-6D6A-A75C6B03549F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79" creationId="{221087AE-E187-5EAA-AFCD-FF71D1DC157A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80" creationId="{95CCDAE1-4E42-B1B8-1F64-A2F9B4B7BBCA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81" creationId="{DA7B659A-2BD5-B5FC-77CC-D48BF230F3CA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82" creationId="{0D3577EA-4E57-E87B-AD47-0BF993CA13A9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83" creationId="{54878964-2480-9CF8-9070-2D9C40728411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184" creationId="{814EBDFF-7CD4-8515-B763-D6AC31B6AB90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255" creationId="{05EC586A-4B1B-969D-B763-FFEFCEF8D2F8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269" creationId="{CAC012A4-331E-AEF4-C4B7-5314A49BA45E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270" creationId="{4D38E98B-CBE6-6FBF-1B1E-54E9DCC0399B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50" creationId="{BACB541A-BACE-36CE-5F3C-2463A89A3420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51" creationId="{D26107E6-ED74-0D02-A385-3ACDA7F7AC94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52" creationId="{9F5105F8-5E65-FF28-CF63-6C7963A1A210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53" creationId="{FE974FE2-A606-DC3A-6403-15931A2ECD19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54" creationId="{B5AF6806-B3F9-1DD1-2F66-DB0D8D42F1D7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55" creationId="{7FCBA633-5016-7BEC-6F81-3AC86082B0B3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56" creationId="{CEEBF77F-FA13-8381-5242-30FDFA106C30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57" creationId="{96F761EB-E3D6-213A-A90A-E8514E97D678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59" creationId="{63D18D17-56BB-02B4-FBBA-527B3CF0A094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60" creationId="{98132B14-90C2-19C9-291C-2B32AD46311A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61" creationId="{ECE6AA36-E924-3973-3B0D-C2D560677E18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62" creationId="{731707CB-9AF5-885A-2AA0-85C3B3BC9240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63" creationId="{13DA9BCE-EC20-87E7-B044-4AFF691E841B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64" creationId="{D334F7B7-7502-1A29-22E0-9BD7418651C6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66" creationId="{A987F7F0-2813-D4A8-AD61-39A17C609B37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67" creationId="{8F2F824A-DF83-98FD-1583-D71D0DD3726E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68" creationId="{8CF691E8-3F52-ECD1-6B62-1A9CAA3471EE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69" creationId="{326B0A5E-3FEA-CA61-2A49-7615C889C95A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70" creationId="{89F68018-8E4C-7CE0-8936-DFCF2F3ED3D2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71" creationId="{F75F6968-7ED4-B530-E71B-5C0208CAAB93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72" creationId="{D6BBC83C-7071-6EA0-A72E-FB741092959B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73" creationId="{B59A912D-AC4B-27F5-60C4-28C75DE9AC88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74" creationId="{67CF7DCE-8AA5-1F1A-550D-C3FD237EA0C1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75" creationId="{51A0A658-6E70-09CF-13A9-E0EC83EC7607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76" creationId="{B93EAAA5-065E-B177-F5C0-17D9465AE5C0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77" creationId="{3B65C0E6-38D3-DB77-1EA4-85CB497A9EE1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78" creationId="{7145EAF3-182D-B95A-FC55-4ADE03CF3A16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79" creationId="{51A6D228-870A-E378-5745-E79562E2D16B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80" creationId="{21061DF6-5A29-4E21-CCDB-0DE38E78F8B6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81" creationId="{243A5A2C-E4BD-58ED-F8F0-77D669737110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82" creationId="{35B40A61-6EC8-8DD3-3BC6-6161986B8CB4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83" creationId="{7F601506-B4B0-F2EA-C915-83AC3CC6D621}"/>
          </ac:cxnSpMkLst>
        </pc:cxnChg>
        <pc:cxnChg chg="mod">
          <ac:chgData name="Terence Yang(楊金晶_PSZ)" userId="04050711-1c2b-4376-8c27-98d2e13849ce" providerId="ADAL" clId="{9F3395C2-1C42-496B-8D8D-0B0886CB10DC}" dt="2023-06-15T02:59:16.845" v="59"/>
          <ac:cxnSpMkLst>
            <pc:docMk/>
            <pc:sldMk cId="1786689073" sldId="629"/>
            <ac:cxnSpMk id="384" creationId="{CE38BB30-4C7B-1B1F-34AE-570D6A468B33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517" creationId="{D67C60CC-21A7-F5F8-EFC7-15C3030E6FD5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521" creationId="{3F83B183-D7CE-EDCF-5104-303ADD1B0D0E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522" creationId="{FD8FC266-6CFC-EA97-1AF7-4A8CC7AA2B45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586" creationId="{F6C696B7-12CA-5107-0913-24255570F20B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587" creationId="{522DCCBE-E0F1-6A32-7534-66BE531EC25F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588" creationId="{9FF3236B-51B4-9E9C-805B-C09BE6A559DD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589" creationId="{35CFDA6B-3AB0-224D-9D7D-913FE34559F3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590" creationId="{58C9C68E-34EF-788E-321A-53EEE9D98E05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591" creationId="{536D2D65-B3DF-11E5-B8AE-C8C746AC5DA9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00" creationId="{7F98A872-4648-D729-3319-82970C68DA63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01" creationId="{1C494291-0443-2E85-EA14-3B9361552DCF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02" creationId="{48517C2D-E4AF-E559-C82C-79EDD65CE94A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03" creationId="{35D975E4-5B83-2F7C-4775-75E52F2C5461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04" creationId="{6B29A8F2-D026-9060-27D8-107C044DC1CE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05" creationId="{151FDB95-3F47-109C-73DD-E08A26819600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06" creationId="{0630E6E9-4AE6-0869-B640-CA5F397D073E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07" creationId="{0DB16104-5613-FE87-E7E1-ABB84F7DA00C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08" creationId="{D86A9399-F669-6AA6-AE41-E42257A6C532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09" creationId="{6499475E-2E1E-E5B7-ADFB-E07C2287FFAD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10" creationId="{461EB899-D96A-C230-F6E1-45CD3ED64F62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11" creationId="{D8EAFFC9-93FF-E7C4-C4C7-54A8936DB22E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12" creationId="{D37DB67A-2E0D-5D86-2D94-DDAD146E277A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13" creationId="{394D5061-9D63-3063-BA4A-AD0E9DC75406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14" creationId="{F14F2109-9D9C-2777-5AA7-6956E5E976B6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15" creationId="{36C68951-115D-84A5-6917-8D05CD790C03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16" creationId="{D055A60F-9ED0-685A-F6FA-B0191402DC0B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17" creationId="{7FA5F5C3-FE53-B599-7EFC-6E85CB9ADCD0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18" creationId="{ECF5399A-31F2-236E-63F6-3871A3128468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19" creationId="{11409411-03CF-E501-50E6-539FE1C10974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20" creationId="{688B96B1-BDE4-58F2-2A43-BFBF94456CEE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21" creationId="{6BF8E486-7C3F-2548-63DC-C8B35F8F21BD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22" creationId="{B867CF2E-CCC9-6278-4CB8-40D3EA7DB012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23" creationId="{6C3A86FA-2DC7-3400-981D-ED98877B02AB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24" creationId="{A76632D0-AAF1-B688-093C-0F98960DB41B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25" creationId="{D4AF4C92-67B6-9D39-91BC-3168BE7C7E8F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26" creationId="{DF9AB13C-73D3-DA64-1D8B-58AFB84CEB12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27" creationId="{6904FEEA-71ED-B9E0-20BC-06C4F2F2204C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28" creationId="{8B3E7B3B-F9F8-18E5-F58F-7494DC7AD8B0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29" creationId="{A7A77166-2C34-BBC2-F183-1DA95193F434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30" creationId="{66764722-49F4-0E0D-1F6D-3E9C486DA223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31" creationId="{2B7686BE-EF06-D066-9396-1AA3AE0E8A00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32" creationId="{0568A9E1-74E4-8A59-6281-7F7A5D515933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33" creationId="{66506B4A-EF94-1E51-AB72-EA8D847552A7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34" creationId="{899F819A-07B8-4312-5AA0-447F7E789986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35" creationId="{FB19BF13-7AA5-F3CC-D55D-E63ACA151D5D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36" creationId="{ECB8DFF0-78E5-9FC3-5A58-11AEE81D9454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37" creationId="{6B4A6BA0-7CD9-9B7A-C397-8E2AF5F118EC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38" creationId="{54E9EB57-B806-095A-7AD1-C0CDDB34D3BE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39" creationId="{65876939-2B97-4765-08AE-4D685A271AEC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40" creationId="{27F98D96-DE25-CFF4-4E66-9ECF729764FB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41" creationId="{20A7396C-B6A3-69CE-F3AA-49E14A5CBC20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42" creationId="{67F6BDBD-84A5-601E-A7B7-C9479FCF73BA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43" creationId="{C61030F4-5D30-7A69-D2CF-803641EBD6FA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44" creationId="{6F7173C2-F806-702C-E75F-90CEAD608E05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45" creationId="{1ED2C649-2EF1-2553-4287-3024C12F7F08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46" creationId="{0A03CFCE-D28A-87E3-0AE3-AC9D3006F424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47" creationId="{518ED24F-465F-49BC-3286-9F498E8D8EFE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48" creationId="{8C317276-3574-3CC2-B6D4-5D50F31B79E7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49" creationId="{3605AB51-E9A7-FDAF-5F7C-27BF8A797669}"/>
          </ac:cxnSpMkLst>
        </pc:cxnChg>
        <pc:cxnChg chg="mod">
          <ac:chgData name="Terence Yang(楊金晶_PSZ)" userId="04050711-1c2b-4376-8c27-98d2e13849ce" providerId="ADAL" clId="{9F3395C2-1C42-496B-8D8D-0B0886CB10DC}" dt="2023-06-15T03:01:41.873" v="143" actId="165"/>
          <ac:cxnSpMkLst>
            <pc:docMk/>
            <pc:sldMk cId="1786689073" sldId="629"/>
            <ac:cxnSpMk id="650" creationId="{01ABC858-1617-76E0-61A7-B1FA9EECD1CD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41" creationId="{3FE76C42-1993-752B-913E-89290F930F95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42" creationId="{69902269-EC62-FEB5-5C7A-37C731DBE4E8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44" creationId="{7A604683-230E-6DFA-469D-1B2EAA4A6674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45" creationId="{6596B53B-C581-58BB-147A-60D77D995DFC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46" creationId="{12369A8F-BCFE-F264-828D-EBD7EB1B98E0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48" creationId="{E511E849-7ED5-A9C6-4FDF-F1FAF2E93DDC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51" creationId="{F0FD7F27-72B1-4B5D-E71F-3759193D531D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55" creationId="{7584594A-C63C-E440-A45A-3A0266AD3246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56" creationId="{540F5B5E-6983-32BF-A39C-47531F184029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57" creationId="{9D662D2B-F1C4-ED02-B768-60106175C60A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58" creationId="{8198F248-5D7B-59A8-E05E-7565DB640BE4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59" creationId="{703EDBBE-B6BA-6F10-DD32-5C72E79DF736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60" creationId="{251D1A0D-0CCB-2F05-66C1-A50BA15A8FB1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61" creationId="{78D4AC52-3838-186F-4AB3-8A2A92922ED2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62" creationId="{8DC14110-3905-7264-AC42-A35CE84EF680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63" creationId="{83780687-B472-F8B7-1E24-0B47E4D61291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64" creationId="{44106F1B-F06E-E8F2-F0FC-A62CEFB26005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65" creationId="{71B1D86A-84B5-16F6-C860-EB15D8132E41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66" creationId="{683CE1C3-110E-AE79-077C-9562EE955888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67" creationId="{7DD7C6A2-6FE4-B0D4-B8B5-26B41442F66B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68" creationId="{55102016-B3EB-9235-3327-3E33FF91C658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69" creationId="{67839294-EF65-8024-4099-CA370670BED3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70" creationId="{FB9F3B1A-4E84-5FDB-A14A-F926398E7044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71" creationId="{499DC275-6625-2631-A9AB-801349E53917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72" creationId="{837CF31F-892E-1B80-4E54-C48008F9137F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73" creationId="{80573FEF-AF7D-22EB-5167-0BF8DD19B0EC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74" creationId="{F60924CA-3F16-4DA9-E833-BF3B8A9E4E12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75" creationId="{284755F3-298D-009F-B79A-B6DA62DE5864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76" creationId="{FE722409-D341-C640-BA1E-B92EA63108E3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77" creationId="{B931F3E9-C2B9-F4BA-5504-5BC38D3814E4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78" creationId="{BFF9428D-4886-C593-AA88-6A6F4571CE79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79" creationId="{8360C29E-658D-83F6-9448-B201CF4F99B8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80" creationId="{5EFF3BCE-22A2-D6DE-80F6-651E85626FF5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83" creationId="{A82EEEDC-6348-36AC-2A57-F707ED55D20B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84" creationId="{871DE79D-CCE5-FB82-F942-874A6CF3A3FF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85" creationId="{1FB83A86-9789-FD67-0762-D8D1B0A988FA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86" creationId="{ADD5DCE2-C08C-AC6E-1DCC-7D7ED58E49EF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87" creationId="{DE43F582-82D4-BC82-6DEF-F498DFCC2E9D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88" creationId="{79D60116-97D9-CD18-663C-756FE97FCA09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89" creationId="{867519C7-9522-CD88-8B60-B93378975B26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90" creationId="{E39B5F60-1F7C-A6F7-2B08-3E486BD711C5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91" creationId="{0635F0FA-A85A-DCBA-1913-5B2DAD06058C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92" creationId="{95A69A60-3A83-7B5D-3D7A-D8802E1ED344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93" creationId="{D9DECA3C-B9C0-05ED-2255-E0625CD5E2EB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94" creationId="{CB4EE234-E2F6-182C-C90C-823A8AADB12D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95" creationId="{A12C81F3-51CF-1380-937C-8CD0B04022BA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96" creationId="{3607D6B0-FAD5-5B86-A204-83BC648D0229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97" creationId="{D3C82883-41B9-D709-29CE-152E2F0C55A8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98" creationId="{103B704F-16BF-BA2C-15A0-1F94882AA6A8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799" creationId="{CFEBA0C1-DBC0-E2F2-9B0B-15FD18866B9F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800" creationId="{A7153F62-285B-30B0-D60F-66E88C374D60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801" creationId="{65FC87FE-3848-8D16-80AF-84E8F91C7C70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802" creationId="{12D0E1A9-A8DD-C9CA-DC3D-9347A77A4784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803" creationId="{9227D8EF-4D41-9362-B826-2AD320579503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804" creationId="{B4881041-2EE5-F51A-4E9A-317109A84EE8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805" creationId="{0FC8839D-41B0-5737-0B01-ADD785EEFDD2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806" creationId="{EBDADE0C-3FC7-0DC1-5662-220CA0842F49}"/>
          </ac:cxnSpMkLst>
        </pc:cxnChg>
        <pc:cxnChg chg="mod">
          <ac:chgData name="Terence Yang(楊金晶_PSZ)" userId="04050711-1c2b-4376-8c27-98d2e13849ce" providerId="ADAL" clId="{9F3395C2-1C42-496B-8D8D-0B0886CB10DC}" dt="2023-06-15T03:03:48.885" v="167" actId="165"/>
          <ac:cxnSpMkLst>
            <pc:docMk/>
            <pc:sldMk cId="1786689073" sldId="629"/>
            <ac:cxnSpMk id="807" creationId="{C4693911-6A6A-717E-F8D4-405A7AF52757}"/>
          </ac:cxnSpMkLst>
        </pc:cxnChg>
      </pc:sldChg>
      <pc:sldChg chg="addSp delSp modSp new del mod ord setBg">
        <pc:chgData name="Terence Yang(楊金晶_PSZ)" userId="04050711-1c2b-4376-8c27-98d2e13849ce" providerId="ADAL" clId="{9F3395C2-1C42-496B-8D8D-0B0886CB10DC}" dt="2023-06-15T03:08:42.261" v="498" actId="2696"/>
        <pc:sldMkLst>
          <pc:docMk/>
          <pc:sldMk cId="365870560" sldId="630"/>
        </pc:sldMkLst>
        <pc:spChg chg="del">
          <ac:chgData name="Terence Yang(楊金晶_PSZ)" userId="04050711-1c2b-4376-8c27-98d2e13849ce" providerId="ADAL" clId="{9F3395C2-1C42-496B-8D8D-0B0886CB10DC}" dt="2023-06-15T02:56:33.285" v="20" actId="478"/>
          <ac:spMkLst>
            <pc:docMk/>
            <pc:sldMk cId="365870560" sldId="630"/>
            <ac:spMk id="2" creationId="{976B9F2D-E4D1-D118-34D1-E79BA0D077AF}"/>
          </ac:spMkLst>
        </pc:spChg>
        <pc:spChg chg="del">
          <ac:chgData name="Terence Yang(楊金晶_PSZ)" userId="04050711-1c2b-4376-8c27-98d2e13849ce" providerId="ADAL" clId="{9F3395C2-1C42-496B-8D8D-0B0886CB10DC}" dt="2023-06-15T02:56:33.285" v="20" actId="478"/>
          <ac:spMkLst>
            <pc:docMk/>
            <pc:sldMk cId="365870560" sldId="630"/>
            <ac:spMk id="3" creationId="{0ACB2EB5-52AF-D0FA-1D73-A504B7B27FC3}"/>
          </ac:spMkLst>
        </pc:spChg>
        <pc:spChg chg="mod">
          <ac:chgData name="Terence Yang(楊金晶_PSZ)" userId="04050711-1c2b-4376-8c27-98d2e13849ce" providerId="ADAL" clId="{9F3395C2-1C42-496B-8D8D-0B0886CB10DC}" dt="2023-06-15T02:56:56.042" v="25"/>
          <ac:spMkLst>
            <pc:docMk/>
            <pc:sldMk cId="365870560" sldId="630"/>
            <ac:spMk id="5" creationId="{8AD5EFB5-1DB3-15D0-DEE4-79B70FA0F051}"/>
          </ac:spMkLst>
        </pc:spChg>
        <pc:spChg chg="mod">
          <ac:chgData name="Terence Yang(楊金晶_PSZ)" userId="04050711-1c2b-4376-8c27-98d2e13849ce" providerId="ADAL" clId="{9F3395C2-1C42-496B-8D8D-0B0886CB10DC}" dt="2023-06-15T02:56:56.042" v="25"/>
          <ac:spMkLst>
            <pc:docMk/>
            <pc:sldMk cId="365870560" sldId="630"/>
            <ac:spMk id="6" creationId="{FD14221F-2DDF-CCB3-7B97-972CCE71909F}"/>
          </ac:spMkLst>
        </pc:spChg>
        <pc:spChg chg="mod">
          <ac:chgData name="Terence Yang(楊金晶_PSZ)" userId="04050711-1c2b-4376-8c27-98d2e13849ce" providerId="ADAL" clId="{9F3395C2-1C42-496B-8D8D-0B0886CB10DC}" dt="2023-06-15T02:56:56.042" v="25"/>
          <ac:spMkLst>
            <pc:docMk/>
            <pc:sldMk cId="365870560" sldId="630"/>
            <ac:spMk id="7" creationId="{E8865446-F84E-BA07-38FF-7C78C7251487}"/>
          </ac:spMkLst>
        </pc:spChg>
        <pc:spChg chg="mod">
          <ac:chgData name="Terence Yang(楊金晶_PSZ)" userId="04050711-1c2b-4376-8c27-98d2e13849ce" providerId="ADAL" clId="{9F3395C2-1C42-496B-8D8D-0B0886CB10DC}" dt="2023-06-15T02:56:56.042" v="25"/>
          <ac:spMkLst>
            <pc:docMk/>
            <pc:sldMk cId="365870560" sldId="630"/>
            <ac:spMk id="8" creationId="{05D37550-1FD7-6169-B7B9-95519850C4AE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9" creationId="{50323322-A935-5958-576D-23D0941B8FDF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0" creationId="{0E021B89-A6BA-4A92-0D18-887FE3F8538A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1" creationId="{C06162C4-0966-2AA4-2EB0-D637747316F1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2" creationId="{96BF2CA5-5A13-E4D0-9AF1-60BBE8083CC1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3" creationId="{CD66C9A3-5C4C-3470-89B7-C3FD4C838217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4" creationId="{4F264DD7-2063-3DDB-B59C-032D224C819C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16" creationId="{5E7BD4B6-0AF3-F744-0A91-FB3F90507023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17" creationId="{B2C93D71-1265-FA81-3515-5D009A369573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18" creationId="{32DFD366-E955-DBCE-D5D7-BE47CCA1CFA4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19" creationId="{9F8062C0-2ED2-D284-1492-F946144A30B7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20" creationId="{5E67FB16-7F86-B2C3-8ABE-35E29F2C315A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21" creationId="{F2364C77-9EA6-4E8C-1294-134B2D86A8E3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22" creationId="{1FA92015-F523-C962-8E25-CD5FB65E8C47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23" creationId="{8F7645BB-7260-5073-338A-C07CE591CA38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24" creationId="{1575E6B9-0EEA-13B4-BE19-A4B5211FF546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25" creationId="{E604B739-5DCD-EE4B-683E-F1E1CBBF9E5E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26" creationId="{0798A7DD-7B7D-4522-BB11-2991C49BC44E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27" creationId="{28E98ECC-1463-3026-5EBA-D0C1338ADA36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28" creationId="{11D05C92-D6B9-5C9C-9BE1-9E75E932E41C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29" creationId="{C034D5EA-4B08-86DA-3C84-C57D0D585661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30" creationId="{DE2A9A23-A545-4733-9D21-14102FB94521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31" creationId="{E252F050-321F-CF17-4B7C-F9BB9744A4B2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32" creationId="{374B4014-3BE9-364E-0C2E-0EB9D4C83522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33" creationId="{83394ECC-B7E9-12D1-0306-6D141FFE6DF0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34" creationId="{41D844F1-E984-E2FB-09A2-C0DD0961C2A4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35" creationId="{F9E35838-77DF-29BF-6E96-9826A7F60C0E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36" creationId="{54A4E99C-8E3A-83FA-1160-44EC77E79CAC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37" creationId="{2BDCD94B-E3EF-E3BF-F052-5B282433D9B9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38" creationId="{4D000583-E353-6576-267E-1959F8867969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39" creationId="{9E42B06E-B7DB-B50E-A095-601B12BAFF37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40" creationId="{0F48C306-384A-67D5-0347-D3DBA2C12625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41" creationId="{3AAB53E7-73AA-EC67-F98E-C140A849EDEC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42" creationId="{773139B1-4326-D638-CA39-8762FACFBBDC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43" creationId="{F4707CE7-F9CA-3B19-BE6C-8E8BEA77CD32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44" creationId="{45D4115C-182E-9A9E-6E67-CAD6BEDDAC72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45" creationId="{B1737CF5-0682-54AF-C551-3F0026C688D7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46" creationId="{6BED7E66-8044-4063-BCC8-1224E81EC447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47" creationId="{C61BAE8D-401C-83F9-D0B8-27A8D3335053}"/>
          </ac:spMkLst>
        </pc:spChg>
        <pc:spChg chg="mod">
          <ac:chgData name="Terence Yang(楊金晶_PSZ)" userId="04050711-1c2b-4376-8c27-98d2e13849ce" providerId="ADAL" clId="{9F3395C2-1C42-496B-8D8D-0B0886CB10DC}" dt="2023-06-15T02:57:10.598" v="29"/>
          <ac:spMkLst>
            <pc:docMk/>
            <pc:sldMk cId="365870560" sldId="630"/>
            <ac:spMk id="48" creationId="{90661871-83DB-7837-57C2-EC2511BB0FD4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49" creationId="{2BFAE66A-C525-F661-DBBA-0934F3CBA3DF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50" creationId="{B3A68867-B7A9-FB22-47CB-1A9C20B2C25A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51" creationId="{9D6209AE-046A-5ACE-3890-6F8ED7A7F4B9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52" creationId="{C30082B9-5135-F5F3-AFF2-567E414457AC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53" creationId="{4DC4BD8C-AD47-50E1-C64A-89D0B5048034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54" creationId="{C99BF01D-3A1F-D998-1EC4-81B32DAE81C2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55" creationId="{690CC310-4CEA-4161-0443-BB61CCBAFF71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56" creationId="{C91674B8-BFA8-EC96-DEE3-5A2BC3A515E5}"/>
          </ac:spMkLst>
        </pc:spChg>
        <pc:spChg chg="add mod">
          <ac:chgData name="Terence Yang(楊金晶_PSZ)" userId="04050711-1c2b-4376-8c27-98d2e13849ce" providerId="ADAL" clId="{9F3395C2-1C42-496B-8D8D-0B0886CB10DC}" dt="2023-06-15T02:58:53.550" v="56"/>
          <ac:spMkLst>
            <pc:docMk/>
            <pc:sldMk cId="365870560" sldId="630"/>
            <ac:spMk id="57" creationId="{D5A0652D-C830-42E4-DFAE-23B69F1EA891}"/>
          </ac:spMkLst>
        </pc:spChg>
        <pc:spChg chg="add mod">
          <ac:chgData name="Terence Yang(楊金晶_PSZ)" userId="04050711-1c2b-4376-8c27-98d2e13849ce" providerId="ADAL" clId="{9F3395C2-1C42-496B-8D8D-0B0886CB10DC}" dt="2023-06-15T02:58:53.550" v="56"/>
          <ac:spMkLst>
            <pc:docMk/>
            <pc:sldMk cId="365870560" sldId="630"/>
            <ac:spMk id="58" creationId="{F2BAB6BA-7A99-4FA2-54D2-D2ADFE0F8BA8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59" creationId="{93053ECD-0496-4B1A-6558-2ED3CB1121D4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60" creationId="{A45F3C83-187D-3D94-20C9-08473FA154CF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61" creationId="{46DB6EE1-E524-28D5-93D8-CE4DB2E26C46}"/>
          </ac:spMkLst>
        </pc:spChg>
        <pc:spChg chg="add del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63" creationId="{B8DE1F56-AF6E-7CF0-2A64-2D9A13C6D362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65" creationId="{FB4D56BF-31F8-5ACE-5DF9-C8183B25B6EB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66" creationId="{CE72EF01-092C-8E04-DE77-2270B03CE57A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67" creationId="{AF500BBE-D372-7C9E-CD86-48356F76F323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68" creationId="{23736BCE-5AC2-CC2A-4561-CDE413383FC4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69" creationId="{C038D9B9-B40F-4E59-F698-52E8C0F55FDF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70" creationId="{76D8C894-8F97-464C-D846-9D72F4A2909A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71" creationId="{DEA5516B-EEEC-4C1F-0130-2D682DF7B6E8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72" creationId="{A6704B3D-F4DA-75AD-0D87-13E2D444F29F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73" creationId="{FBEDFF25-CADA-6B39-5C41-3FE4509FDE3B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74" creationId="{5974D72C-E3EC-FA19-1189-32CF388070F5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75" creationId="{1BB9C71E-7E6C-F43A-2894-455CF20E411A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76" creationId="{56EF5CDF-F892-1EF1-9D14-5838C7D559ED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77" creationId="{EB626346-199D-67DF-97A9-6635751AD46B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78" creationId="{E91850E7-A610-BCC2-CDB0-3B539B4D03B9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79" creationId="{24F46210-BA89-1E53-8CA4-D5E12C0F15FC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80" creationId="{66E4CC93-3190-C8AF-1AD0-D962B64E3C43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81" creationId="{C4364DC8-4C6E-0C6A-C0C5-B661BD43AD58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82" creationId="{72C24B15-DEC7-218B-7FDD-58046FB35575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83" creationId="{AFA123F7-2EC0-3ABB-7FF7-C5E5C3B3186B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84" creationId="{CCB4D59F-CEC7-054D-D526-FDA163012181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85" creationId="{BC7133EF-7D11-C758-42C2-6D9D50FA5360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86" creationId="{33011C26-D1F7-67C8-5637-82090BD144E8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87" creationId="{24601E8B-9316-1DA1-2FDA-717C0E638136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88" creationId="{3C4D08DE-076F-618B-717A-6312C985BD15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89" creationId="{159B2AFE-9D34-AA25-0750-F722E3305422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90" creationId="{FE43DB9D-AFD1-8486-1FC4-FC4AE8A3B4F9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91" creationId="{6605CDE2-6A60-F655-D84F-21C5574263EA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92" creationId="{2FF2A300-0A2F-EC28-ABDA-3C62F2C7C08B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93" creationId="{C1BF3480-52FD-78A1-2EFF-A1CF9F17B86C}"/>
          </ac:spMkLst>
        </pc:spChg>
        <pc:spChg chg="mod">
          <ac:chgData name="Terence Yang(楊金晶_PSZ)" userId="04050711-1c2b-4376-8c27-98d2e13849ce" providerId="ADAL" clId="{9F3395C2-1C42-496B-8D8D-0B0886CB10DC}" dt="2023-06-15T02:59:38.238" v="65"/>
          <ac:spMkLst>
            <pc:docMk/>
            <pc:sldMk cId="365870560" sldId="630"/>
            <ac:spMk id="94" creationId="{855C593B-18F2-85D5-8859-DB16487EB32B}"/>
          </ac:spMkLst>
        </pc:spChg>
        <pc:spChg chg="add del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95" creationId="{EEE9FBC3-E12E-06E5-FA49-BC5E48A31E8B}"/>
          </ac:spMkLst>
        </pc:spChg>
        <pc:spChg chg="add del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96" creationId="{7D41EDE3-00B5-D2AF-CC3E-11B51F393688}"/>
          </ac:spMkLst>
        </pc:spChg>
        <pc:spChg chg="add del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97" creationId="{9BF328ED-1F46-9D60-6B43-6534FB0ED680}"/>
          </ac:spMkLst>
        </pc:spChg>
        <pc:spChg chg="add del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98" creationId="{3602DA31-94BB-A8DC-D2C6-BF13EFA1B3B7}"/>
          </ac:spMkLst>
        </pc:spChg>
        <pc:spChg chg="add del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99" creationId="{871914F3-67A0-F67A-EB15-31CFFF16F8C5}"/>
          </ac:spMkLst>
        </pc:spChg>
        <pc:spChg chg="add del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00" creationId="{75DBE268-6C33-4F88-EA24-CCF7194151A0}"/>
          </ac:spMkLst>
        </pc:spChg>
        <pc:spChg chg="add del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01" creationId="{2BEB02AE-8859-1DDF-450F-84700B084CA2}"/>
          </ac:spMkLst>
        </pc:spChg>
        <pc:spChg chg="add del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02" creationId="{17C8E0AA-1012-1AA7-D304-DADFDE5DDE26}"/>
          </ac:spMkLst>
        </pc:spChg>
        <pc:spChg chg="add del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03" creationId="{730E2952-01F3-DD86-ED4B-E001E8026A2C}"/>
          </ac:spMkLst>
        </pc:spChg>
        <pc:spChg chg="add del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04" creationId="{6FCE3975-EF69-B130-2352-2A3E9ABF7009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05" creationId="{DD22AFB6-91CB-9483-58C0-D46D321B396B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06" creationId="{4BB3FD00-75CB-B7DF-6C3F-3E826AE416A0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07" creationId="{93C8A264-BD85-93BE-A130-931481AEC2AE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08" creationId="{42BA1CEA-17D1-54F8-4999-95050C8BCDA4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09" creationId="{31AFBA38-C9A8-25E6-CDDB-B1F0C3C3C8BE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10" creationId="{A04C0ABB-1DA9-FC67-0FFB-CE5352B1E975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11" creationId="{D9B6C819-E0AD-B470-BB74-DA498082B141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12" creationId="{9454A651-3154-EB8B-14E9-FAFDCE3DBAB4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13" creationId="{5E36DC02-4F43-CF0D-30A3-4D411DC49BA6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14" creationId="{E05F2374-5C13-9D49-840A-2B1F80D4E1E3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15" creationId="{588D3450-CE4D-6150-E8C0-134137825B61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16" creationId="{826160C0-BACB-3E83-58D0-4396DCC27D52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17" creationId="{ECAF6EC8-7DDE-A0F3-FF26-66CE5B6EA789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19" creationId="{1F8CFDAF-15EC-5144-0878-7B63A2637104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20" creationId="{828F3827-B137-B1CD-1E3F-BF814A01EF9E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21" creationId="{EA61B701-F594-B7D5-3317-7B1511312110}"/>
          </ac:spMkLst>
        </pc:spChg>
        <pc:spChg chg="mod">
          <ac:chgData name="Terence Yang(楊金晶_PSZ)" userId="04050711-1c2b-4376-8c27-98d2e13849ce" providerId="ADAL" clId="{9F3395C2-1C42-496B-8D8D-0B0886CB10DC}" dt="2023-06-15T03:01:51.555" v="145"/>
          <ac:spMkLst>
            <pc:docMk/>
            <pc:sldMk cId="365870560" sldId="630"/>
            <ac:spMk id="123" creationId="{6FE93EEE-3943-A77C-8D9A-B0299F91119F}"/>
          </ac:spMkLst>
        </pc:spChg>
        <pc:spChg chg="mod">
          <ac:chgData name="Terence Yang(楊金晶_PSZ)" userId="04050711-1c2b-4376-8c27-98d2e13849ce" providerId="ADAL" clId="{9F3395C2-1C42-496B-8D8D-0B0886CB10DC}" dt="2023-06-15T03:01:51.555" v="145"/>
          <ac:spMkLst>
            <pc:docMk/>
            <pc:sldMk cId="365870560" sldId="630"/>
            <ac:spMk id="124" creationId="{575FD735-B661-C144-5AE5-2AF5B29E04D0}"/>
          </ac:spMkLst>
        </pc:spChg>
        <pc:spChg chg="mod">
          <ac:chgData name="Terence Yang(楊金晶_PSZ)" userId="04050711-1c2b-4376-8c27-98d2e13849ce" providerId="ADAL" clId="{9F3395C2-1C42-496B-8D8D-0B0886CB10DC}" dt="2023-06-15T03:01:51.555" v="145"/>
          <ac:spMkLst>
            <pc:docMk/>
            <pc:sldMk cId="365870560" sldId="630"/>
            <ac:spMk id="125" creationId="{E72494CC-09FE-C1BA-1FC8-7A9D302CFA79}"/>
          </ac:spMkLst>
        </pc:spChg>
        <pc:spChg chg="mod">
          <ac:chgData name="Terence Yang(楊金晶_PSZ)" userId="04050711-1c2b-4376-8c27-98d2e13849ce" providerId="ADAL" clId="{9F3395C2-1C42-496B-8D8D-0B0886CB10DC}" dt="2023-06-15T03:01:51.555" v="145"/>
          <ac:spMkLst>
            <pc:docMk/>
            <pc:sldMk cId="365870560" sldId="630"/>
            <ac:spMk id="126" creationId="{213887CB-1A88-151E-4347-2C882A21CC92}"/>
          </ac:spMkLst>
        </pc:spChg>
        <pc:spChg chg="mod">
          <ac:chgData name="Terence Yang(楊金晶_PSZ)" userId="04050711-1c2b-4376-8c27-98d2e13849ce" providerId="ADAL" clId="{9F3395C2-1C42-496B-8D8D-0B0886CB10DC}" dt="2023-06-15T03:01:51.555" v="145"/>
          <ac:spMkLst>
            <pc:docMk/>
            <pc:sldMk cId="365870560" sldId="630"/>
            <ac:spMk id="127" creationId="{DE0FCA2C-872A-C771-4949-0973173BC02E}"/>
          </ac:spMkLst>
        </pc:spChg>
        <pc:spChg chg="mod">
          <ac:chgData name="Terence Yang(楊金晶_PSZ)" userId="04050711-1c2b-4376-8c27-98d2e13849ce" providerId="ADAL" clId="{9F3395C2-1C42-496B-8D8D-0B0886CB10DC}" dt="2023-06-15T03:01:51.555" v="145"/>
          <ac:spMkLst>
            <pc:docMk/>
            <pc:sldMk cId="365870560" sldId="630"/>
            <ac:spMk id="128" creationId="{2D54EBE8-DD60-9166-218E-133A62A26232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29" creationId="{AA4B6D63-DD13-3CF1-50F1-FF35D2DC6C87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30" creationId="{53241C73-66A1-1CAE-3C88-32C0D7CC2296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32" creationId="{4B019E32-10F8-5925-6231-9E0F6DB76A3B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33" creationId="{74DF50AC-DCE9-2A3A-0C95-5F1FB0FB03B7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35" creationId="{FA68A35F-B5AD-9E20-5AE2-3569A58575F0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36" creationId="{F15E8A5B-614D-F18E-572C-0FE50A7F3050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37" creationId="{CF81FE33-2628-C1AF-4DE7-EC73805752F6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38" creationId="{76A54E06-1867-DA65-D340-9DA555A44C33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39" creationId="{B91B6A5E-C2EE-D031-2D32-F6689AE430BD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40" creationId="{A8B65CBB-CD26-BA04-6237-45BEBD80BDE6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41" creationId="{A0EC0999-D375-E319-DB32-C17550630F6E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42" creationId="{30222EF3-9171-826B-BC39-6D0554F40CF9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43" creationId="{F209DBEB-0188-5CB8-4A52-65958352541A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44" creationId="{187CB948-37A8-F188-E435-62D5C8D5880F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45" creationId="{82F88AF9-7F01-947D-81E7-1BAF7616A001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46" creationId="{A2C638F2-6A85-06FD-D569-4BEA575143FE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47" creationId="{DA227A17-2865-6C9B-ED58-09B02B0C1893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48" creationId="{04F11934-EA3B-D429-8436-3257B1C576C4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49" creationId="{6C40F60A-AFB3-532D-A7D4-F334797EBB82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50" creationId="{08CB8360-0EBB-57E5-275C-CBDAE21032A1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51" creationId="{FDDC258B-169E-2FFE-46F4-98D9FE0E65B5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52" creationId="{1B1EF1A4-C6C9-D351-ED38-038A48205CDC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53" creationId="{E2EBB328-7DBC-6B00-B9DA-20F54E03A676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54" creationId="{40F0B618-6BAF-57E7-5850-56E4656B3C66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55" creationId="{E1EE7017-CE5E-2DAA-BE3A-6534E3E7C8FF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56" creationId="{394E8C21-2AD2-D564-8337-7BAAB4048939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57" creationId="{9AE295E1-A6F4-8811-1788-29A650AE6E61}"/>
          </ac:spMkLst>
        </pc:spChg>
        <pc:spChg chg="mod">
          <ac:chgData name="Terence Yang(楊金晶_PSZ)" userId="04050711-1c2b-4376-8c27-98d2e13849ce" providerId="ADAL" clId="{9F3395C2-1C42-496B-8D8D-0B0886CB10DC}" dt="2023-06-15T03:02:04.181" v="149"/>
          <ac:spMkLst>
            <pc:docMk/>
            <pc:sldMk cId="365870560" sldId="630"/>
            <ac:spMk id="158" creationId="{40B77BAC-FED0-D38C-75D6-BEE12427C54E}"/>
          </ac:spMkLst>
        </pc:spChg>
        <pc:spChg chg="add mod or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59" creationId="{43B432C9-3E5C-254A-5E50-5E4FBA686C9E}"/>
          </ac:spMkLst>
        </pc:spChg>
        <pc:spChg chg="add del mod">
          <ac:chgData name="Terence Yang(楊金晶_PSZ)" userId="04050711-1c2b-4376-8c27-98d2e13849ce" providerId="ADAL" clId="{9F3395C2-1C42-496B-8D8D-0B0886CB10DC}" dt="2023-06-15T03:02:29.610" v="154"/>
          <ac:spMkLst>
            <pc:docMk/>
            <pc:sldMk cId="365870560" sldId="630"/>
            <ac:spMk id="160" creationId="{6AC29715-FC6C-3A96-7497-68AF2C30EBDE}"/>
          </ac:spMkLst>
        </pc:spChg>
        <pc:spChg chg="add del mod">
          <ac:chgData name="Terence Yang(楊金晶_PSZ)" userId="04050711-1c2b-4376-8c27-98d2e13849ce" providerId="ADAL" clId="{9F3395C2-1C42-496B-8D8D-0B0886CB10DC}" dt="2023-06-15T03:02:29.610" v="154"/>
          <ac:spMkLst>
            <pc:docMk/>
            <pc:sldMk cId="365870560" sldId="630"/>
            <ac:spMk id="161" creationId="{271FEBB0-A28F-C93B-4FA6-F002AEE524CF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62" creationId="{0E41F9DA-13D1-A735-A60E-ABA3AC01DF32}"/>
          </ac:spMkLst>
        </pc:spChg>
        <pc:spChg chg="add mod or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63" creationId="{90ACEE8D-F2D0-3B17-55B9-CFF46F553695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64" creationId="{F5C3045C-1E63-13B6-574C-33AB06621B7F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65" creationId="{B4B1C065-1BAC-A71F-3002-708A8E8491C5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66" creationId="{FB7D7654-2FFC-7FF3-B579-6697B65C5D03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67" creationId="{8644B4F3-D441-1048-6FED-649558254D78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68" creationId="{53CB8781-B775-7FAE-61B0-412F763F34F4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71" creationId="{9AF5A090-B9DB-20CC-4892-AAA68F17E00F}"/>
          </ac:spMkLst>
        </pc:spChg>
        <pc:spChg chg="add mod">
          <ac:chgData name="Terence Yang(楊金晶_PSZ)" userId="04050711-1c2b-4376-8c27-98d2e13849ce" providerId="ADAL" clId="{9F3395C2-1C42-496B-8D8D-0B0886CB10DC}" dt="2023-06-15T03:07:53.228" v="497" actId="1036"/>
          <ac:spMkLst>
            <pc:docMk/>
            <pc:sldMk cId="365870560" sldId="630"/>
            <ac:spMk id="172" creationId="{CBA68548-C8DD-5FE0-A06B-951AEE6001B9}"/>
          </ac:spMkLst>
        </pc:spChg>
        <pc:grpChg chg="add mod">
          <ac:chgData name="Terence Yang(楊金晶_PSZ)" userId="04050711-1c2b-4376-8c27-98d2e13849ce" providerId="ADAL" clId="{9F3395C2-1C42-496B-8D8D-0B0886CB10DC}" dt="2023-06-15T03:07:53.228" v="497" actId="1036"/>
          <ac:grpSpMkLst>
            <pc:docMk/>
            <pc:sldMk cId="365870560" sldId="630"/>
            <ac:grpSpMk id="4" creationId="{7C3E2350-BD49-CEC6-54B5-9A3D067BA487}"/>
          </ac:grpSpMkLst>
        </pc:grpChg>
        <pc:grpChg chg="add mod">
          <ac:chgData name="Terence Yang(楊金晶_PSZ)" userId="04050711-1c2b-4376-8c27-98d2e13849ce" providerId="ADAL" clId="{9F3395C2-1C42-496B-8D8D-0B0886CB10DC}" dt="2023-06-15T03:07:53.228" v="497" actId="1036"/>
          <ac:grpSpMkLst>
            <pc:docMk/>
            <pc:sldMk cId="365870560" sldId="630"/>
            <ac:grpSpMk id="15" creationId="{E7663E6C-6D95-69CB-289D-C91E00D15D5C}"/>
          </ac:grpSpMkLst>
        </pc:grpChg>
        <pc:grpChg chg="add del mod">
          <ac:chgData name="Terence Yang(楊金晶_PSZ)" userId="04050711-1c2b-4376-8c27-98d2e13849ce" providerId="ADAL" clId="{9F3395C2-1C42-496B-8D8D-0B0886CB10DC}" dt="2023-06-15T03:07:53.228" v="497" actId="1036"/>
          <ac:grpSpMkLst>
            <pc:docMk/>
            <pc:sldMk cId="365870560" sldId="630"/>
            <ac:grpSpMk id="64" creationId="{04A42E18-5184-CEBF-681F-8197178B2085}"/>
          </ac:grpSpMkLst>
        </pc:grpChg>
        <pc:grpChg chg="add mod">
          <ac:chgData name="Terence Yang(楊金晶_PSZ)" userId="04050711-1c2b-4376-8c27-98d2e13849ce" providerId="ADAL" clId="{9F3395C2-1C42-496B-8D8D-0B0886CB10DC}" dt="2023-06-15T03:07:53.228" v="497" actId="1036"/>
          <ac:grpSpMkLst>
            <pc:docMk/>
            <pc:sldMk cId="365870560" sldId="630"/>
            <ac:grpSpMk id="122" creationId="{4CE40848-60DB-38C2-B518-35E63CABC38F}"/>
          </ac:grpSpMkLst>
        </pc:grpChg>
        <pc:grpChg chg="add mod ord">
          <ac:chgData name="Terence Yang(楊金晶_PSZ)" userId="04050711-1c2b-4376-8c27-98d2e13849ce" providerId="ADAL" clId="{9F3395C2-1C42-496B-8D8D-0B0886CB10DC}" dt="2023-06-15T03:07:53.228" v="497" actId="1036"/>
          <ac:grpSpMkLst>
            <pc:docMk/>
            <pc:sldMk cId="365870560" sldId="630"/>
            <ac:grpSpMk id="131" creationId="{29AA7D96-2F6F-4C02-378C-FA3A066F0445}"/>
          </ac:grpSpMkLst>
        </pc:grpChg>
        <pc:grpChg chg="add mod ord">
          <ac:chgData name="Terence Yang(楊金晶_PSZ)" userId="04050711-1c2b-4376-8c27-98d2e13849ce" providerId="ADAL" clId="{9F3395C2-1C42-496B-8D8D-0B0886CB10DC}" dt="2023-06-15T03:07:53.228" v="497" actId="1036"/>
          <ac:grpSpMkLst>
            <pc:docMk/>
            <pc:sldMk cId="365870560" sldId="630"/>
            <ac:grpSpMk id="134" creationId="{51E34227-E340-72BA-B343-0B978E271756}"/>
          </ac:grpSpMkLst>
        </pc:grpChg>
        <pc:picChg chg="add del mod">
          <ac:chgData name="Terence Yang(楊金晶_PSZ)" userId="04050711-1c2b-4376-8c27-98d2e13849ce" providerId="ADAL" clId="{9F3395C2-1C42-496B-8D8D-0B0886CB10DC}" dt="2023-06-15T03:05:17.418" v="223" actId="478"/>
          <ac:picMkLst>
            <pc:docMk/>
            <pc:sldMk cId="365870560" sldId="630"/>
            <ac:picMk id="170" creationId="{5D8D6563-3E55-44A2-C906-C9C154A037B8}"/>
          </ac:picMkLst>
        </pc:picChg>
        <pc:cxnChg chg="add mod">
          <ac:chgData name="Terence Yang(楊金晶_PSZ)" userId="04050711-1c2b-4376-8c27-98d2e13849ce" providerId="ADAL" clId="{9F3395C2-1C42-496B-8D8D-0B0886CB10DC}" dt="2023-06-15T03:07:53.228" v="497" actId="1036"/>
          <ac:cxnSpMkLst>
            <pc:docMk/>
            <pc:sldMk cId="365870560" sldId="630"/>
            <ac:cxnSpMk id="62" creationId="{471BA6D4-AF47-89A7-BF47-920CE07CD533}"/>
          </ac:cxnSpMkLst>
        </pc:cxnChg>
        <pc:cxnChg chg="add mod">
          <ac:chgData name="Terence Yang(楊金晶_PSZ)" userId="04050711-1c2b-4376-8c27-98d2e13849ce" providerId="ADAL" clId="{9F3395C2-1C42-496B-8D8D-0B0886CB10DC}" dt="2023-06-15T03:07:53.228" v="497" actId="1036"/>
          <ac:cxnSpMkLst>
            <pc:docMk/>
            <pc:sldMk cId="365870560" sldId="630"/>
            <ac:cxnSpMk id="118" creationId="{9E960AB7-006B-818D-231B-5A9C6FDDBEB1}"/>
          </ac:cxnSpMkLst>
        </pc:cxnChg>
      </pc:sldChg>
      <pc:sldChg chg="addSp delSp modSp new mod">
        <pc:chgData name="Terence Yang(楊金晶_PSZ)" userId="04050711-1c2b-4376-8c27-98d2e13849ce" providerId="ADAL" clId="{9F3395C2-1C42-496B-8D8D-0B0886CB10DC}" dt="2023-06-15T04:53:51.518" v="716" actId="339"/>
        <pc:sldMkLst>
          <pc:docMk/>
          <pc:sldMk cId="1031977567" sldId="630"/>
        </pc:sldMkLst>
        <pc:spChg chg="del">
          <ac:chgData name="Terence Yang(楊金晶_PSZ)" userId="04050711-1c2b-4376-8c27-98d2e13849ce" providerId="ADAL" clId="{9F3395C2-1C42-496B-8D8D-0B0886CB10DC}" dt="2023-06-15T03:11:27.326" v="500" actId="478"/>
          <ac:spMkLst>
            <pc:docMk/>
            <pc:sldMk cId="1031977567" sldId="630"/>
            <ac:spMk id="2" creationId="{6AF09BFD-2C43-CAC5-C217-9DFD7993F094}"/>
          </ac:spMkLst>
        </pc:spChg>
        <pc:spChg chg="del">
          <ac:chgData name="Terence Yang(楊金晶_PSZ)" userId="04050711-1c2b-4376-8c27-98d2e13849ce" providerId="ADAL" clId="{9F3395C2-1C42-496B-8D8D-0B0886CB10DC}" dt="2023-06-15T03:11:27.326" v="500" actId="478"/>
          <ac:spMkLst>
            <pc:docMk/>
            <pc:sldMk cId="1031977567" sldId="630"/>
            <ac:spMk id="3" creationId="{40B7F52C-D7D8-E304-A158-09589A7072E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8" creationId="{C945691C-8674-A519-0F4B-C1EEA50FEDF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9" creationId="{4BFE32C2-55CE-8A61-C716-7BBB6E0B58A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0" creationId="{28510396-1451-1795-A93C-AB84CCD0484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1" creationId="{B8A6C555-2789-8F8D-4F9A-C7E7EC1A1AF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2" creationId="{A86A05C1-8493-5537-94D5-241CD0E74F9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3" creationId="{9B3B9A2B-E2EE-3DBA-C98E-37A108CDFC5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6" creationId="{B56C55A1-EBD7-F912-4E7A-7E026518825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7" creationId="{C1A6534A-D1A5-FF74-D3B0-9F4486B8B11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8" creationId="{7CF10C3E-6972-9994-0CC4-0CDB40CF5AA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9" creationId="{0A37AFCD-F056-C76D-E7F4-3C251F3F432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0" creationId="{E989F222-3281-982C-ABF3-C624FB16F32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1" creationId="{9CAA2E1D-B9AD-29DB-4D59-5145A36CA90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2" creationId="{AD982640-4909-3019-9C6E-5184A13566B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3" creationId="{25DC551D-07F9-7ACD-814A-B8C73965541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4" creationId="{07B846AD-6767-808E-0775-E173987188D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5" creationId="{C24F87C1-7AE9-A71A-4300-A4462EB123F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6" creationId="{FF45427A-D35F-74DC-CE5A-3A93E4F9D1D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7" creationId="{4C16F2EF-4E32-B671-0A24-2E026A54710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8" creationId="{291115EF-0414-FC9C-595D-955E9E542BA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9" creationId="{3926EFCE-638D-442B-086D-D2B12329698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0" creationId="{E7BFED4D-9AF2-B545-FB2F-BAE4B9C8D64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1" creationId="{359661C8-5652-AF41-9DFD-FE66FF1CEAA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2" creationId="{FA5E81EC-A949-EDDC-4DA7-C1C177BA0BD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3" creationId="{69353B8D-6053-8A45-8A85-E4A5309C6A5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4" creationId="{9DF8956B-E4F3-2FD8-F10E-1DBADD6A382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5" creationId="{2DC10856-7C3B-7AB2-EDBC-918641FDC88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6" creationId="{58B1D8C7-86E5-7BA4-CF4B-29EE455515C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7" creationId="{7EA3A368-2808-9055-5BA8-3E75A9E064C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8" creationId="{64E4A28F-9714-87DE-C7EB-A836F26CBE8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9" creationId="{6BE0C580-C92D-39BB-F96C-4ED5A5FE06B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0" creationId="{9FEAB64A-0F92-C968-004D-8AA6E3D3350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1" creationId="{01D715AF-3351-A354-7A61-D4F1E513F8D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2" creationId="{43B0DE13-2D8E-2FF7-C956-DCCF2E08DB8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3" creationId="{5DF0643B-C22B-31A8-9D2E-38772A81403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4" creationId="{7DE31C7B-F3EC-0A46-738D-6B93BCD08DF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5" creationId="{5BA05E8D-9F6D-80EC-CF8B-9C193A8E903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6" creationId="{8E61350E-32DE-7D66-97D9-D8EEFC35FE4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7" creationId="{3E20744A-CE53-6794-63BE-66E03005974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8" creationId="{DFE93F0D-C3CF-1539-AD4F-C7C99DE419A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9" creationId="{A16EE6D7-94F3-669A-7618-70FE51988BD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0" creationId="{5BF77689-2821-F573-949F-95BCD53CA21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1" creationId="{961E5F89-356C-AB6F-1525-8E42063C1F6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2" creationId="{EF338E3F-3F81-8900-D60D-881DB3EEBCD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3" creationId="{A4A470E2-530E-30B8-BFC7-EB6BFA99895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4" creationId="{37C6644E-3101-4B1D-3682-474D837B76D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5" creationId="{4CA7F105-2291-5CCC-61AA-0ECED9C48DB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6" creationId="{9BD55E92-723B-5391-2F58-251003F06AB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7" creationId="{60399908-073D-74CD-D459-A767F523A3D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8" creationId="{5B9B89A1-41D9-50FD-2613-FA7AD21F581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9" creationId="{C78FFDF4-B5A2-B76D-F4EB-6809EE83E57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60" creationId="{A14E5078-555C-0E5D-5C92-BA81A11EFE9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61" creationId="{9788F139-8166-7473-196D-EB25A43F23B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62" creationId="{FDB4D70A-5452-A3DE-5311-C758785BC07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63" creationId="{3551C34D-E0C5-A4B9-F6F3-96E35763731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64" creationId="{EACB2991-1502-800E-36A4-31DF1CCE30A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65" creationId="{448A0D0A-BC03-681E-18B0-38B454B5ADB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66" creationId="{9875D909-3D8E-4F13-1F43-CADAA757722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67" creationId="{5FF6E4EF-F655-0DA4-A209-8A6E4898026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68" creationId="{CF7A2D3A-71D5-517B-B116-82817E71091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69" creationId="{D2E2EAAF-BF21-5BB4-C439-2A82233E877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70" creationId="{1FD5CF5F-BB09-2F79-CEC9-3B73F026459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71" creationId="{31D3ED3E-B197-FC2F-DA91-4105EFA128F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72" creationId="{D210CC9F-875D-D50F-8EC3-E0B534EA185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73" creationId="{13463AEB-8FDB-3E14-4E8D-69A501CBBCF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74" creationId="{4D83A6DD-FEB2-0AD6-BBB0-A6F268742E8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75" creationId="{BF8B3660-28A2-4A9E-4F3B-C6CDB102A99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76" creationId="{DD566FA5-1A34-0A8A-3482-4B2BD20E65F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77" creationId="{F02E180B-E4DF-3E00-DEAA-0789A016F5F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78" creationId="{AEA3AAC0-284C-F13A-CF38-516EBA7DF18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79" creationId="{EF443F5D-3916-E23E-257E-3EB9D01140F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80" creationId="{253D5AD2-D2D9-BD3C-4114-359E8A9D789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81" creationId="{2A863011-51EA-596B-FF27-36B363CD34D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82" creationId="{D162A74B-F1CA-87F1-1A72-155CB1C99C8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85" creationId="{D39C8DEB-335C-B0F1-3305-CBA939F0E6F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89" creationId="{E04D501D-8E55-068E-748F-E95A39D0B16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91" creationId="{122A52D4-9895-39E1-AB10-EC7CD7F2E69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92" creationId="{646041C8-FB6D-7A3C-51BE-B6350790234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94" creationId="{FB44837E-F5A6-CCDB-9BD9-5860A48DDB0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50" creationId="{6F148F39-0EDE-869B-BBFC-365C7A898FF0}"/>
          </ac:spMkLst>
        </pc:spChg>
        <pc:spChg chg="add del mod ord">
          <ac:chgData name="Terence Yang(楊金晶_PSZ)" userId="04050711-1c2b-4376-8c27-98d2e13849ce" providerId="ADAL" clId="{9F3395C2-1C42-496B-8D8D-0B0886CB10DC}" dt="2023-06-15T03:11:43.614" v="505" actId="167"/>
          <ac:spMkLst>
            <pc:docMk/>
            <pc:sldMk cId="1031977567" sldId="630"/>
            <ac:spMk id="151" creationId="{004740E5-AEA0-1DF4-4443-E757FE4775A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52" creationId="{0AFC41CF-05C2-8E2A-C640-3BB2ABDC92D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53" creationId="{842A5D18-EB9F-8E07-7883-D5AFB6AAAD0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56" creationId="{CC3D163B-866A-ADCE-B775-6E2CCFD0D56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57" creationId="{C1B84857-5505-718B-0B99-A65A8F8734B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58" creationId="{829A0F69-7FDC-40A4-21B3-F59A66032B7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59" creationId="{18DFAA4D-D62B-556D-F63D-42B958D1E61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60" creationId="{7FC8D8D2-4B72-3F33-0C65-71563E86949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61" creationId="{25BBC900-8C6D-0636-CE92-134344603EE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62" creationId="{732BDB0B-8928-5713-9844-9A4A1D5E977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63" creationId="{781ABE66-E713-5520-C8D3-3C73FE0F2CF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65" creationId="{CE7D4729-A2EA-B22C-4D7A-48CF757E6E9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66" creationId="{41FE48CC-4E72-2C97-6278-9AB884048CA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73" creationId="{6D39B414-78AB-2B03-C103-72CA7A26E56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74" creationId="{D330454C-A184-89E2-51D8-04A116F34D5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75" creationId="{1D506901-6C31-1939-9583-072772CCC3F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76" creationId="{49D71DFC-33B4-7A79-8091-868CB4169CF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77" creationId="{9BC14539-493A-B2F8-7173-6E9AB18E69F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78" creationId="{C5ED056E-F462-2105-3D19-07AA52F8506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79" creationId="{575DDCA3-00F1-A09C-8FB2-0FA7FA57DD6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80" creationId="{C86C32BA-2D86-9AC6-489D-76389BBA876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81" creationId="{610C8BE9-BE94-5E1B-4304-6B747540A97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82" creationId="{73C41324-30AB-DC27-AB9D-D08083A21F2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83" creationId="{E9811462-F593-9CD9-A46F-F577E27C13D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85" creationId="{170E19EE-0D85-62C0-BD58-2BC030BE84C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86" creationId="{09B75203-8500-69C6-7265-0DA472EA5E1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87" creationId="{5F243DC8-CCDF-1427-C0A5-08AFA13B6E6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88" creationId="{388796C5-34A6-192C-3EB1-07DA729B624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89" creationId="{BEB25886-1C86-DEA9-C495-2566D549B83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90" creationId="{9BF4A45D-C749-ECC0-3F40-A289C0CEBBF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91" creationId="{5F2C342A-C935-EAA8-6887-AA426EB7049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92" creationId="{B14F3A8C-4A38-FBFE-1D42-9943F940152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93" creationId="{2F0B9C0D-AE78-EC43-DB7E-31FAE9AB06F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94" creationId="{97785D34-43E4-B050-1E64-DB2D1FF4FD9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95" creationId="{2E9760E6-81C0-D8C5-F71A-AC5450C276C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96" creationId="{EDCA9D47-B721-90B7-AF95-664A588DDC6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97" creationId="{ADCE6F42-7FE8-FBC4-176A-E007C16BCEA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98" creationId="{8446E783-5CFB-A77B-DC0F-9677B9F6C27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199" creationId="{C9123372-B4F7-B9DB-903B-425D359BD22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00" creationId="{00117D53-FDBF-9043-765E-E8DD442DA7B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01" creationId="{BB6885C0-4388-6A70-35B8-F5416DE53E7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02" creationId="{0B2DAC83-949C-8810-F19C-A1EF79E45D5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03" creationId="{F6E656B7-ACA5-3935-70EE-1665ABCF7FD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04" creationId="{D66304CA-C21C-40E7-96FB-CC0EAB8ADF5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05" creationId="{0B9AC796-67F6-3B39-2AA2-8CC07EC9EC4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06" creationId="{83945958-723C-BD8C-761A-627C33E2EDD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07" creationId="{74CDFDFD-2876-AA4E-E96B-808D3D0B763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08" creationId="{3B5E05B7-924F-519F-2C3E-1B47F28A762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09" creationId="{A5300F4C-CB29-E77A-A4C7-DB1C165A496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10" creationId="{7DB6B2C4-97A2-4BD4-774B-2B4DAE307C1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11" creationId="{D53D4B62-E9AA-482D-A721-CB266321E2B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12" creationId="{2B1BFBF8-0FE9-D83A-D323-70B52206360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13" creationId="{1AC76A3A-B5BF-675C-765F-A269FC2C1C2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14" creationId="{7AF132F0-5411-18F2-5825-0432331B1DF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15" creationId="{179E364A-DAFD-630C-27A6-2E1F05FC4B8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16" creationId="{3AF5AC7F-504F-3CD0-B618-12B990B6AB0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17" creationId="{A4934C9C-4C83-661B-EC8D-CFF94059562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61" creationId="{8017AE61-BB24-7D94-EF63-B9108AA967F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62" creationId="{32520B23-B5A2-141F-0AE4-53CD87C6E73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63" creationId="{C33A4000-E513-75B3-2EF7-B30844D478E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64" creationId="{2681466D-EAE4-481F-D43E-68BC4444D8C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65" creationId="{7D2F4841-C138-6BF6-5BCB-192A35BC52A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66" creationId="{F431B611-6628-4BAF-3CCF-E23011A483D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67" creationId="{A4EAE443-6AD4-F844-9A92-1774F0E6975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68" creationId="{42D469F4-71D8-FF80-A144-DBDAD4ACDEF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69" creationId="{70683577-3F7D-7F7E-856E-77F4E12222D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70" creationId="{A8CB83FA-3C3C-5371-CE9D-7C325105AB3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71" creationId="{3F8B5E03-BED0-0AB1-B773-E293822D4BB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72" creationId="{CC939A03-70E4-3885-B946-FAB7BCF782A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73" creationId="{40F040B8-8146-BE9F-8BB3-D9C39703D94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74" creationId="{08BB5D04-8E1E-6915-6B22-63C726D942E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75" creationId="{4355988F-46A5-8F2F-7C22-7840F95D6F1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76" creationId="{A89FD014-244B-83AA-B33E-67B478C5B18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77" creationId="{DCA49EDB-9589-A2E5-7657-D104A466CBE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78" creationId="{DEC184C4-22D5-98C8-BFE8-2C268EFDD10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79" creationId="{39BC10DC-9611-FFB4-EDD0-33F9442F77C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91" creationId="{75202E1A-4167-1D7E-B566-6D777D405EB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92" creationId="{D3F48604-E319-1B70-3E27-9C092920565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93" creationId="{0DF09892-09DC-532E-7C6A-2363A289FF7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94" creationId="{1AB891DF-6D88-A327-B0F3-96F8362CF02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95" creationId="{7F8BD7C9-2AB1-A73F-2226-2DBEE563128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96" creationId="{A07004BC-6B49-5436-6FA6-01EBB19E133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97" creationId="{AF8D71DE-8555-8B12-31D2-B42D0DCC644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98" creationId="{76047569-2278-19C3-4B51-9CE42D0535C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299" creationId="{3090BB04-1CA1-8866-83B4-BE65E26713A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00" creationId="{CE7EAFD7-8C20-A9BF-0869-2735B38A395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01" creationId="{0F5C3B96-8166-5858-A72E-FD01EBA455C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02" creationId="{03248A66-0503-0D1E-2B0F-53314749524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03" creationId="{684C9F28-4649-DBA7-576D-70A2DF7501B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17" creationId="{B2B7D0A4-6204-938B-999C-5156DFD7C62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18" creationId="{B7D3CB99-DC91-58ED-C4AA-2022CB371D8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19" creationId="{AEC8F994-A46F-561B-5896-13FDE4872DE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20" creationId="{D966DB95-4351-185D-08FD-902CCC20995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21" creationId="{E69AA8EC-AE1C-979C-067E-60426B00303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22" creationId="{BB521432-CE51-B8BB-501C-8C34350453F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23" creationId="{66F42702-0652-79F6-AE36-7FE0935DD7D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24" creationId="{035BDA8A-0CD1-A5B3-A429-E9CB2682C18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25" creationId="{A65D195E-DD0A-DB3D-55C0-28538485B8F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26" creationId="{937109E8-0BEB-B2E0-A5CA-3D68A6D5430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27" creationId="{FCDCE982-86F0-3CAF-39B4-A17763AA3CE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28" creationId="{86C5766C-514B-8CBF-B127-45519ADF475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29" creationId="{F640A4D1-5C4F-5E34-16B8-0F154CA44C8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32" creationId="{5181BA7D-21EE-FCC2-115C-57443B2922C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33" creationId="{7A9E7A53-44DF-33D6-6587-5271F8425DA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34" creationId="{8BE04D2F-5174-A6A1-E583-634715AF275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35" creationId="{ADFD69A4-D871-F983-BB2C-9E4A2035213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36" creationId="{259F5F04-224A-1533-2763-86C86329946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37" creationId="{030B765C-CA82-B5CA-4193-496DCE534EB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40" creationId="{A65D92A6-28FB-2047-DB15-A8980534173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41" creationId="{560EC70B-0C14-5283-8263-0EB8D05EA36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42" creationId="{3F0ADD72-2823-CB56-FCEB-8D92EA6DEA4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43" creationId="{DEBBBB60-229D-222E-B935-0FF1AFF717B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44" creationId="{08965EF4-3CDC-6B82-03C1-EF03335032F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45" creationId="{F678C9FF-B4D9-0BA7-3B4E-275F0735E90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46" creationId="{0F708DE6-3CAD-280D-5855-BF81ACEB730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47" creationId="{E06A4522-0C97-3E1B-BAAE-38D6EC65EE1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48" creationId="{5683368C-B507-5A20-898E-E25CAC84E15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49" creationId="{33B9E2C8-B03F-A91B-6B7C-BA710DAEAE7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50" creationId="{F4CC0FD4-C5F2-C4DA-7E8F-49791D48A68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51" creationId="{42D6D705-3C6B-966A-CCDF-C589CD92CB0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52" creationId="{BB749ECA-60A6-DA8B-7996-45078F0ACDD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53" creationId="{CD9451DD-5773-23A5-DB1C-C2A1119106B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54" creationId="{6EAB6961-6CAB-A841-CD93-FB1C8AAF435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55" creationId="{9E99B13E-6BDE-9F05-91D5-8D90F4F4336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56" creationId="{9600A28D-F647-D75E-6395-996EB06FFB0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57" creationId="{0560485A-FD88-8E4F-EF08-6DF6622D583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58" creationId="{23022BF2-3B89-7625-BBE5-7159259839E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59" creationId="{3D1A0493-7D5B-39B2-45A3-A51807D69C4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60" creationId="{D37BC8ED-0F93-C37C-4788-6B4ADE63734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61" creationId="{8A336486-0563-D00E-26C8-19A7352D3D5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62" creationId="{C5BA70D4-D7A3-630D-9BA1-5D73908331C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63" creationId="{1FFBFC6D-D264-259C-CFCB-0F2B3B9F2F4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64" creationId="{C72C2176-E6A6-EB95-F947-5DE2D89DE16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65" creationId="{E36D4E1F-9E2D-94ED-0D3B-A7C66326B3F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66" creationId="{4DBAA4D5-7800-3E94-1D91-A7BE4B6F24E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67" creationId="{75015716-B560-BFC1-2ABB-0A1E16D3DDD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68" creationId="{DE250AD4-E756-E507-4680-6B3846FCAAA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69" creationId="{83B9CFAD-4ECB-E27D-13AC-35DF939EC76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70" creationId="{12C24E5B-C2F6-1EC2-54C4-7FFCE3BB15A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71" creationId="{194E1C75-4735-89E0-B895-1FE1C024F81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72" creationId="{95BC29E0-BE18-1A3A-93B0-3DBC8CFD940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73" creationId="{7CAE9F6A-08E8-1491-A28C-D8D2BC9D394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74" creationId="{F71EA351-4687-8424-D501-2DE5645BAFA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75" creationId="{140E3B4A-9FDC-0EAA-56D8-DA112506F90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76" creationId="{0A979CCC-521E-3C45-3076-FC19CC2918E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77" creationId="{A2B0D8E6-6D4D-EE7D-05FC-ED2C52032E9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78" creationId="{93296262-8F94-1CC8-2923-8DC00BC4FFC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79" creationId="{C2BCA21B-F118-AE97-F708-BE95008E538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80" creationId="{1D7A4B26-51F7-AA2B-013D-65FEF2FBBCB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81" creationId="{A2322C4A-F1DE-5432-B97E-A5D1D9D2D9D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82" creationId="{482B12C1-9EE2-8F8B-898E-7BC15F89380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83" creationId="{5F3FCCBD-85E0-CBF0-36AF-EDCE19BC561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84" creationId="{3E224268-ABFA-F2C3-347C-A507489D391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85" creationId="{D1C84753-4EE3-5599-0ED8-7A141708CBD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86" creationId="{75306FEB-4661-99D6-2A75-0B1EBBB1182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87" creationId="{BE43438F-A54F-7262-6E4E-4DF83F1AACF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88" creationId="{64C56FE5-3147-0F03-B263-5BA53A0667D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89" creationId="{C6D25365-8DA4-A4F7-C513-8994DE23138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90" creationId="{ADE6AAEF-A577-D6C8-3745-874BF959EAF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91" creationId="{C6BE8E91-29A5-38AD-2CF5-B1AC1945593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92" creationId="{B2C1C361-5713-37D7-A498-E9E983E52D4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93" creationId="{1DA57936-381F-D382-DD5B-89E94658974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94" creationId="{64E09516-F7FC-AD89-B98E-3B8C6DB298B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95" creationId="{7D198C7E-2CDD-A5BD-FEEB-0734E912F16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96" creationId="{FA909020-F2FC-57B5-BB86-268337D3660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97" creationId="{56761146-0DA8-9417-5254-EC7DAC62FE5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98" creationId="{36AED649-CBA3-C362-783F-3EFFD12F611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399" creationId="{2A4E71D6-C4E7-9B6F-DA2D-61D82636B74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00" creationId="{22499FA8-0004-DA06-14C0-FF8B2F3DD1C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01" creationId="{4DBE2551-CC68-31AE-6FCE-DA7F866A079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02" creationId="{9EF16170-5B21-A146-A28D-52362B1597A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03" creationId="{212B35D6-AC13-516F-4795-B7C8D0A0FE3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04" creationId="{276FA4A2-9751-D421-008D-4D5D4835ED6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05" creationId="{7045D7CA-5BC6-E71F-6906-45530170049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06" creationId="{0770AD63-4610-6701-8F0A-75099A45E9A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07" creationId="{32E32B09-5D5C-12EA-7E64-F8D25583865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08" creationId="{1162A3EF-9359-9955-81CC-55C87982268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09" creationId="{BB3F0B11-3BB4-28BC-0F6E-4E835BEE500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17" creationId="{0C45D71C-5112-7DE8-3A11-C57D10CC54F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18" creationId="{1CAFFC86-FB7B-0AA6-664F-D9E2E3B0299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19" creationId="{C214DC1B-40E3-D983-962F-226232AF597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20" creationId="{4D09BEAE-3D4E-1D82-5FD2-38A9031F2D9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46" creationId="{DD23EF67-8AC5-F29E-44BD-1D0C6ECEF7B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47" creationId="{6DE881BA-D06E-4776-385D-3315E491882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48" creationId="{154FA823-11E5-79EB-A253-755450FE8F4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49" creationId="{C4CD420F-52ED-79D0-94E8-456D02DDEE8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50" creationId="{55E6DA41-3BB8-6B65-A342-024A3AA61A3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51" creationId="{60D33FEC-01E8-38CA-E0C9-1AC982132EA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52" creationId="{B9F0CCFC-9320-7D72-67EA-D0E6E1BEBFA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53" creationId="{BCB14F70-A69B-56A5-E66A-2FAAF4EE41C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54" creationId="{FC9188E6-C7D2-B1C0-DA62-52FAD5AD7EC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55" creationId="{4A852385-B997-35C2-B3D3-E10C8F2FAC4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56" creationId="{EF7D7371-4705-86A2-1796-BCB8F484F70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57" creationId="{406BBB64-D060-332E-5B82-653C9F0D2E9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58" creationId="{1A384E6C-B296-FF21-E020-85B4335BF86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59" creationId="{99BEACAC-85DB-05AE-553C-E007DCA3A6C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60" creationId="{97EB9AF1-15FD-269E-F24D-7ABD8B1315D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61" creationId="{6778E77C-AF39-A672-7DF8-E1AD5EC4A83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62" creationId="{F7166B03-A39E-B063-67E9-F66BA6AD1BE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63" creationId="{EF8A25A7-5CF5-1A6B-01E9-B0B7EA3B753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64" creationId="{15B5E9CF-7CCF-B64D-1E7A-DB4AD902935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65" creationId="{E3AD0647-40C1-00AE-380F-4F8ED155B56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66" creationId="{AA4E70E1-0182-6020-3352-1056963289C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67" creationId="{F1DF0DDD-C76B-0A8D-F930-AC20399BED5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68" creationId="{0FC45AB7-E952-2B05-819D-ECCCE2FFDDC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69" creationId="{452C5027-27D4-3867-4EC0-DCA3D00BBCC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70" creationId="{C42D8221-7C93-CC40-D18A-3B6B24AA954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71" creationId="{B94EDF64-18AB-8793-D582-C832A50AEF4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72" creationId="{A4B10E6C-6EAD-8D4E-BCCA-78271B5FED2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73" creationId="{24BCCC87-3065-0E4B-2549-DD69C335C79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74" creationId="{9AA2612A-326D-02D0-0484-97D0A34ADC8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75" creationId="{50C339EE-342E-A134-5D5E-9930199DBBA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76" creationId="{5EA913F0-CAA2-5754-E264-E2277022ED7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77" creationId="{7269F5E4-E6B9-A744-BA0B-5BB34FD1102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78" creationId="{CB0C9B46-AB60-0AC0-BEDA-3B9AA82032D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79" creationId="{B99B4373-5C52-B3F5-8E94-41603CC3F62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80" creationId="{AA3FD3F0-6A89-0099-5C6B-ABECA5E1C23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92" creationId="{87E59B54-D91A-CBE4-8688-C10819330C6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93" creationId="{81C062C0-F9AB-1FBD-2E3C-27C4A82AA56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94" creationId="{6E2E7B28-8CA6-FCBD-61DA-B974102F385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95" creationId="{13AA2152-E827-D5AD-712D-92914641503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96" creationId="{1FDD9D9F-8E04-5CAD-54D8-51065D3C7BD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97" creationId="{58E3B8B8-501D-0DB2-DAEE-FD67C940697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98" creationId="{A5D8E1BC-A5B7-EC1D-CA7F-017BB4C1CD1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499" creationId="{58B5A8AC-D43A-6658-91B7-A8BC75EAB5EF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00" creationId="{64E2C411-D5E1-ACF8-5A07-4C4A89AF789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01" creationId="{C4C73583-7696-8E2D-401B-FB0EC8A15C4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02" creationId="{64DDF47F-312E-703E-396E-052C488AA53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03" creationId="{837AA27E-0D9A-FDAB-920C-2B4A585CFD6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04" creationId="{94228558-1C5F-70B2-15BB-29CC7A6E7F3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19" creationId="{60609CCD-E350-46F1-4E79-06B2D4FAA13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20" creationId="{FB0F6874-D005-E0DD-D0FB-0713770DF67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23" creationId="{4A85C3EA-E879-7597-E58C-798F379B7E1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24" creationId="{4E95177C-BED8-DCB6-BBA7-EB8C776DAB4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25" creationId="{F676FBC5-1090-7D32-6E9B-038E12529E2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26" creationId="{12388A2B-6F1A-C3DF-15AB-42C2AE11602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27" creationId="{E7C36B2D-FBD6-09B4-E158-7E97BC9627F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28" creationId="{8DD1503A-BCE0-F101-B07F-BAD6588D6DF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29" creationId="{D3F0E856-9FDB-0E88-8DFA-64BB6FD8E93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30" creationId="{61CB4610-CB57-197C-DF23-314BFD65DD8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31" creationId="{D02E65CA-0FAC-D4AE-FBED-1EE9D79401B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32" creationId="{B556C409-5048-C2F3-DE32-1ADB40FB0F0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33" creationId="{F27293F5-67CE-5A26-5914-F2CB257B8F5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34" creationId="{3DF6E9B8-AD4B-DD4C-3BB2-44775C6350F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35" creationId="{D96DCF1C-62B9-8594-5677-7005932CD06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36" creationId="{5623FB6C-A970-C564-ADBC-6B8AC1BFFA7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37" creationId="{064CCC15-067C-8F9D-2C30-6E9923EE76A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38" creationId="{BDA89932-032B-FB52-61A0-B9E7E912CC4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39" creationId="{7A08BFC0-702F-0C31-1FB4-579D251526A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40" creationId="{02B6BF93-A8E5-35DA-0E4F-CAA99E12A2C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41" creationId="{BB8DDBBD-BDEA-DB66-50D1-C76F23570EC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42" creationId="{5BC1C954-E106-2A23-8DDE-2751202673B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43" creationId="{859321A9-DDA7-D17B-1800-746BE6629F0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44" creationId="{632562A3-C339-164F-CE0C-D43FF831229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45" creationId="{0D72F7DA-DDCC-6561-B4FA-AF826F2B357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46" creationId="{9B76F406-1A07-497C-762D-1BEE1D8F156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47" creationId="{B1D7A05C-D02B-4577-94E0-E47CBCF6811A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48" creationId="{04A21032-C8D8-7F25-96F7-8F4A4578A5E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49" creationId="{70C1D44D-46EF-7992-8A86-A33F385183A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50" creationId="{F5640C7F-E2E4-7F49-55FE-E049B0F138F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51" creationId="{1E7E7356-7894-7543-03E4-CFF751A8A03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52" creationId="{9B996B16-9CD8-C032-B770-1E6AF8910C67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53" creationId="{8B89B219-E523-A333-F1D0-EE61D084617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54" creationId="{10F960A9-4564-C811-8570-1AB31B13F9E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55" creationId="{B4A2BE14-9626-05F7-AA1D-0E2389AE9C5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56" creationId="{F57ED720-48B8-275F-BDC6-1661A8106E4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57" creationId="{FDD80B2B-4F92-FEDA-A9D5-346DEDAD23D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58" creationId="{D74EA081-878A-0604-696F-2C8CBC4F47C0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59" creationId="{7D0AADEB-2CED-4CE0-6192-B9278358D8C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60" creationId="{9A81A9A7-DF85-E2E2-CF3E-F1BFF48A9B1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61" creationId="{A37EF0E2-CDE9-B1E8-6975-FB127E9A32B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62" creationId="{62B667A9-E7D0-DB11-2311-32BD6A3BB92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63" creationId="{0FBE18C6-1194-8158-2852-845169FD09EE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64" creationId="{9607F674-3336-B3CF-D5B9-D30D4976F58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65" creationId="{EA80BD71-30A6-A794-78CF-837E44CD1FD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66" creationId="{68B24447-A376-49FA-1227-CDE36B68D2F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67" creationId="{544CB95A-7D6F-B75C-6574-C9E7637139F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68" creationId="{6F006EDC-325D-67AA-DAB7-59BD326A89E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69" creationId="{7998FC6D-67CE-C327-F7A0-54B8B36400B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70" creationId="{BF9C915C-8DBC-9B2F-3757-3A08C74DCA5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71" creationId="{A6A4A5FE-FA3A-4571-8EDE-2EAAF38ED5E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72" creationId="{09B4BC3B-F45A-6903-3092-EDAB22B85FE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73" creationId="{5956F5BF-88E9-E4A4-BEEA-424869E08EF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74" creationId="{8405184B-21F0-5062-69BA-EEA304D298D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75" creationId="{CC249E46-3FF9-1E26-357C-370C8D1DD1EB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76" creationId="{501B7C25-E151-0E29-8856-5F3B667A999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77" creationId="{9E261D18-B747-42B6-23F8-0562A286CF29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78" creationId="{3C707544-7E73-C5DB-585C-F605300F22E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79" creationId="{75B092B7-9648-04B2-E2C7-71514B048955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80" creationId="{DF882768-884A-4F30-52EA-45254D064BF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81" creationId="{AC755814-80F8-4F03-AB93-3E367C63B176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82" creationId="{007001BC-132D-2A9E-D361-78F18949C3B2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83" creationId="{856E637B-EAD4-EBED-A88F-9C5330A7A743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84" creationId="{4C08A021-F129-B65E-89C5-3D6712EE5F88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92" creationId="{D069B7BB-0D77-F300-8124-809AD9C1AD7C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93" creationId="{DA90975B-838C-F457-9A66-574FD005DE21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94" creationId="{6C00E1C6-771E-4458-250B-95B9957498CD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595" creationId="{DBB1B5D8-C383-4F50-1370-4039125CD33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651" creationId="{1B16AF7E-5BBE-4E4D-3340-C1183BB08004}"/>
          </ac:spMkLst>
        </pc:spChg>
        <pc:spChg chg="mod">
          <ac:chgData name="Terence Yang(楊金晶_PSZ)" userId="04050711-1c2b-4376-8c27-98d2e13849ce" providerId="ADAL" clId="{9F3395C2-1C42-496B-8D8D-0B0886CB10DC}" dt="2023-06-15T03:11:27.774" v="501"/>
          <ac:spMkLst>
            <pc:docMk/>
            <pc:sldMk cId="1031977567" sldId="630"/>
            <ac:spMk id="652" creationId="{A9CB8C47-93B4-673B-FA82-59467C709B51}"/>
          </ac:spMkLst>
        </pc:spChg>
        <pc:spChg chg="add mod">
          <ac:chgData name="Terence Yang(楊金晶_PSZ)" userId="04050711-1c2b-4376-8c27-98d2e13849ce" providerId="ADAL" clId="{9F3395C2-1C42-496B-8D8D-0B0886CB10DC}" dt="2023-06-15T04:53:07.572" v="715" actId="20577"/>
          <ac:spMkLst>
            <pc:docMk/>
            <pc:sldMk cId="1031977567" sldId="630"/>
            <ac:spMk id="653" creationId="{E030C485-9DC7-CC94-485A-10A4FFE3D4FB}"/>
          </ac:spMkLst>
        </pc:spChg>
        <pc:grpChg chg="add del mod">
          <ac:chgData name="Terence Yang(楊金晶_PSZ)" userId="04050711-1c2b-4376-8c27-98d2e13849ce" providerId="ADAL" clId="{9F3395C2-1C42-496B-8D8D-0B0886CB10DC}" dt="2023-06-15T03:11:55.359" v="509" actId="21"/>
          <ac:grpSpMkLst>
            <pc:docMk/>
            <pc:sldMk cId="1031977567" sldId="630"/>
            <ac:grpSpMk id="4" creationId="{7958580E-9CB0-DFCF-4EF5-B633D4E0B384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" creationId="{540817F1-70D7-49D4-5D90-9988DF1DB094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6" creationId="{1779FE55-B9A5-6F5C-B666-76164A62C01C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7" creationId="{2A046088-4B5D-305F-36A1-C116A4460CB3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14" creationId="{F64577CD-7404-89BF-091F-64157DCBE10D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15" creationId="{1F7FF7D2-14EB-F05B-D29E-721AFE88A0F0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95" creationId="{4100A9B5-BA89-BB2C-0CFC-FF7DD65947FB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96" creationId="{DF9CEA06-1128-8ED1-D054-6AA81BD560A1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123" creationId="{0E5233CA-D315-F8B9-EE17-A435FBCFE93D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124" creationId="{E04C5FF9-DF9F-9DB1-EF2A-5B52DBF87572}"/>
          </ac:grpSpMkLst>
        </pc:grpChg>
        <pc:grpChg chg="add mod">
          <ac:chgData name="Terence Yang(楊金晶_PSZ)" userId="04050711-1c2b-4376-8c27-98d2e13849ce" providerId="ADAL" clId="{9F3395C2-1C42-496B-8D8D-0B0886CB10DC}" dt="2023-06-15T04:53:51.518" v="716" actId="339"/>
          <ac:grpSpMkLst>
            <pc:docMk/>
            <pc:sldMk cId="1031977567" sldId="630"/>
            <ac:grpSpMk id="154" creationId="{2D5AAE9F-04A8-5ACA-5EA1-7051B7FCA8AE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155" creationId="{F2611421-78F7-758B-3EBA-B41AF743B5C7}"/>
          </ac:grpSpMkLst>
        </pc:grpChg>
        <pc:grpChg chg="add del mod">
          <ac:chgData name="Terence Yang(楊金晶_PSZ)" userId="04050711-1c2b-4376-8c27-98d2e13849ce" providerId="ADAL" clId="{9F3395C2-1C42-496B-8D8D-0B0886CB10DC}" dt="2023-06-15T03:14:29.396" v="580" actId="21"/>
          <ac:grpSpMkLst>
            <pc:docMk/>
            <pc:sldMk cId="1031977567" sldId="630"/>
            <ac:grpSpMk id="164" creationId="{FF2889D7-8C67-7EAF-DF55-1884436499C2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167" creationId="{AF59CB26-0C6E-A3FE-8F41-AAF1AB1B4A12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168" creationId="{6C95F2B5-09C0-CEAB-BF5D-43D75C152247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169" creationId="{7647D1D8-92A4-38B0-5963-939952E3BAE0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170" creationId="{43CB1CD6-0F85-6302-39C9-DAFD9735F5BB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171" creationId="{DC4BC201-2539-A60E-3F60-1E2E628D018A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172" creationId="{3344DD1F-BA65-7BF7-3F9F-5B9DD787C7F5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184" creationId="{569D8866-15A5-6FC5-BD1B-55B4755D1432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51" creationId="{2BF3B8F4-5976-1A7C-B8E9-BE5CA84EDAB6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52" creationId="{B11C6910-5055-CEF7-188C-964F9835C18B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53" creationId="{24054594-FE27-7434-4BFC-FD1ED9C98722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54" creationId="{83A4FCAD-EB18-2308-FA3C-65A5646A1CDA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55" creationId="{79D325E2-9B8A-1144-D31F-137567A9CD48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56" creationId="{928CE674-B66B-F9A0-1A09-C6701E8F23C9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57" creationId="{69A56E79-90C7-5B49-949C-B3F12A3A5C57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58" creationId="{FAEA6D41-8F4B-7C8C-ACB9-7B2D6C751F02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59" creationId="{6C3D85BE-3A0D-1B90-73DF-E5655044F6AD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60" creationId="{6CE52AB0-FC58-8A10-D8CD-A9F9FE959FCA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80" creationId="{09E7A2BD-7786-85F2-BED5-E3A7E515613C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81" creationId="{9FFCBCBD-7AA2-70B5-9402-6C6640A4CAF8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82" creationId="{55599896-4761-F1F4-3CA1-680B3C2703EF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83" creationId="{D15C719F-E422-DCA3-E3F5-630D946FA332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84" creationId="{B5596EA6-4597-2976-39F3-5EB356667872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85" creationId="{3103BEC0-A353-0AA6-90D2-896C4020114D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86" creationId="{A0C5C4CF-4378-E8BE-8DC7-0540D6B2F6E8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87" creationId="{9C10C5E1-0BB1-A9CA-FABD-778CBF68E9EF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88" creationId="{1D42B846-D507-2B83-0F2D-921EA7545187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89" creationId="{01524BCE-A390-6CCD-8F3D-B5B5DB9B122A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290" creationId="{B9DFE8A9-48C4-6B26-D95C-CB54A0B2C4BD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304" creationId="{1B83501F-096C-4B81-85ED-BA1FBC2C15A7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305" creationId="{055EC43A-D91D-D222-2D39-A4BE1C578B32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306" creationId="{8F834AC1-9A53-1939-82D6-2F68B5293941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307" creationId="{2FAF2385-A47E-AB2B-D572-FBCF31F1449D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308" creationId="{13473312-0A6D-521B-A093-93B53F78EF97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309" creationId="{ABDA364A-56C7-87D6-4319-DF6A002D1604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310" creationId="{140B2FFC-60CF-2919-89BF-D94C9579474F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311" creationId="{DC761C02-3914-0657-26BB-640FBEF6D011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312" creationId="{6AA8CD4E-006C-F087-61B8-58B60B092ABF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313" creationId="{000C2DF5-1178-9D6E-4793-62EB4A85769C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314" creationId="{AF23DA13-B816-576C-20B1-1B95EDA06107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315" creationId="{E75FCD73-E57E-9758-2DE4-F096D4C2AD20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338" creationId="{6D029EF2-C5CB-730A-8D0C-10231EAA617D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339" creationId="{1611A272-A14C-02C5-16ED-B110ADD9A0CB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10" creationId="{2EB7F1A1-7626-08C2-C67A-A3F7C559D86F}"/>
          </ac:grpSpMkLst>
        </pc:grpChg>
        <pc:grpChg chg="add del mod">
          <ac:chgData name="Terence Yang(楊金晶_PSZ)" userId="04050711-1c2b-4376-8c27-98d2e13849ce" providerId="ADAL" clId="{9F3395C2-1C42-496B-8D8D-0B0886CB10DC}" dt="2023-06-15T03:17:44.667" v="658" actId="21"/>
          <ac:grpSpMkLst>
            <pc:docMk/>
            <pc:sldMk cId="1031977567" sldId="630"/>
            <ac:grpSpMk id="439" creationId="{205A005A-9BFA-DD8C-A5DE-4EFF2FA18D92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40" creationId="{477529B7-0DDA-EC92-E765-4E6FC8D41F57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41" creationId="{06DF761C-F180-95C1-F306-1CB4BA15092E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42" creationId="{68041E95-74D4-AED1-2CB4-062CF8BF6563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43" creationId="{03CC9DF1-6BF2-07AC-2CA1-C1D81860943D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44" creationId="{261D2198-C873-6A98-8AE1-22CA81BB1322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45" creationId="{C3FFAB53-5FCA-7CC7-7BB8-1D4E92E48670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81" creationId="{D1310595-C925-3F14-5A19-D7A09FD41A1A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82" creationId="{B91BB535-AEAA-37FA-76F4-63C8B9C67B99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83" creationId="{077C658B-65BE-C148-B143-4BA169AE0249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84" creationId="{7CB3823A-97CE-CC69-471B-E3C4339D27D2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85" creationId="{8550A559-3BF3-7659-BE72-286C254A6CD9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86" creationId="{F4A1490A-07A2-E871-549B-22539809A9A4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87" creationId="{3F8FAA90-E17A-3741-8B06-CB27EECCE6F7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88" creationId="{27524F2B-DD15-4571-F4F4-AF57201AC0EA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89" creationId="{1C42843C-D15C-C1C1-2C91-C8643ADC8708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90" creationId="{20D1731D-F73A-196B-A20E-354F48430620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491" creationId="{7D9D995F-6C70-1CB9-3430-C38DDA578302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05" creationId="{D8031EB1-C4A8-D46A-54E6-109C98722C9F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06" creationId="{00B1A01A-0D68-C017-13DB-56F5CA98FFA8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07" creationId="{1F35B7BA-B21A-F101-8EBA-3BEA6D49F4EA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08" creationId="{42436FFE-14E0-28BC-DBBB-A258F3F489EF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09" creationId="{AD1147FE-BE49-DEC6-08D2-0CB02367736E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10" creationId="{05FDCDFB-F51F-5B5D-D3E6-8C7B09609DD0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11" creationId="{C098BA51-BF2B-38F8-C726-A4D9627C2B56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12" creationId="{B7C2E744-B7A1-8B87-EA7F-2583E5EAC5E9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13" creationId="{9CF01F32-DBB7-5DAA-93DB-3A8FFBB764EB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14" creationId="{CD831B4F-10EB-47C1-A862-265E646F7C40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15" creationId="{081F5F51-612C-F902-0346-7C3FAC87489C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16" creationId="{F9F1BBC6-28CD-76E7-8CB3-B1DBA8BE46BC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18" creationId="{FA26FA01-ECE8-A4BD-5BD2-3BEA5C60261C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85" creationId="{AC5F3969-6964-FA0B-0F6A-DBEAF6D44ED0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96" creationId="{3EF0B6E8-4414-70F8-A542-11DC2F657198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97" creationId="{C8DCC65C-486C-9A3C-C020-E4DC8ADEE051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98" creationId="{BE8EDC18-4151-4E9B-DFE8-689EF945B0FC}"/>
          </ac:grpSpMkLst>
        </pc:grpChg>
        <pc:grpChg chg="mod">
          <ac:chgData name="Terence Yang(楊金晶_PSZ)" userId="04050711-1c2b-4376-8c27-98d2e13849ce" providerId="ADAL" clId="{9F3395C2-1C42-496B-8D8D-0B0886CB10DC}" dt="2023-06-15T03:11:27.774" v="501"/>
          <ac:grpSpMkLst>
            <pc:docMk/>
            <pc:sldMk cId="1031977567" sldId="630"/>
            <ac:grpSpMk id="599" creationId="{7725F7E2-440A-6EC6-340E-96085C6B1D43}"/>
          </ac:grpSpMkLst>
        </pc:grp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83" creationId="{5443D079-55C6-AED6-9E14-AB898A405906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84" creationId="{4209128A-4738-DFEA-8CB1-C92CC2375134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86" creationId="{F04C9BFA-77DF-96C4-78F8-69A90134E763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87" creationId="{5C0CDAC4-D964-A7F4-95F6-3BDF66C15639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88" creationId="{176B7E3F-32E7-0ECE-150B-6DD64EF9F6D4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90" creationId="{91D7C47F-23BE-C7BC-5D0F-06D295CF92A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93" creationId="{C1BA2668-84FB-471F-A6C1-B1A6F18FC096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97" creationId="{57134B78-768E-9F6B-F8F2-2406A55E3E44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98" creationId="{608CDDF8-69FC-BFAA-10F6-7DDC2E347EFB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99" creationId="{E638FCB6-C9C2-77E9-D05C-8BD660836600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00" creationId="{2FAB34C5-E899-BF7C-4C4F-A94B127580E9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01" creationId="{64497694-5DFF-260E-95B6-C96689CE8134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02" creationId="{E0663B92-94E8-E1A8-AA25-1C3304385A91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03" creationId="{B1DC9AB4-024F-3F39-233E-12D882C349DA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04" creationId="{A6F6A0ED-E5DF-35E7-1BC3-BB4CC7EA84F1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05" creationId="{952A8B94-C09B-43EF-B4EE-0507ABC555F2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06" creationId="{671F9C37-EB76-FFB2-BCFB-2F9435D6C37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07" creationId="{7183F588-C1A6-E802-8D99-5ED01AA3FE9A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08" creationId="{C3152D12-8358-FE0F-D592-FED76D7AD5D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09" creationId="{FB51E48D-B7C6-0619-BD1E-FD4DBDD8B93B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10" creationId="{804DA258-725D-543E-06A6-ED3A08EA348D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11" creationId="{0902609A-E184-855B-DC5C-A2646E8D9632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12" creationId="{4941F2C7-81C5-A702-8940-36EE30EB4B2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13" creationId="{3604E56C-65E6-A28B-EA01-CF30AD1E919F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14" creationId="{195035A5-E48D-3655-1BBE-150073382103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15" creationId="{42ED0B17-9C87-12AC-E343-8926CDD91118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16" creationId="{C223C841-42A3-6F39-4355-BA0D3C4E90A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17" creationId="{DC7E2870-F6CD-F051-1A78-3A30026E8787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18" creationId="{5C76B7C5-C1BD-1B1D-D528-66F093841D8B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19" creationId="{C859EA54-2328-C8BD-087A-050D8820C304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20" creationId="{DE9197C2-3942-703D-0978-2AB1AD37EC87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21" creationId="{30C0B63F-D96B-4F4A-F98C-8C7120D204D8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22" creationId="{98B718F8-EBCD-3347-51A2-839B0143DBE8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25" creationId="{3DA74B95-789F-AE9C-212C-9A4D9C871267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26" creationId="{8C2A9B00-406C-6E14-6EEB-A8A171109CA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27" creationId="{C60C478A-FC42-C8F2-43F4-6662B29956FE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28" creationId="{58071030-AA80-8B13-E34C-5BEF3134851F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29" creationId="{F49B4D9B-5E4D-FD86-72E2-0C6EB361AC33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30" creationId="{5DCDD277-1DCF-DD2D-9BBC-86BFEB306DCE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31" creationId="{F0B16E38-250D-D369-180B-481ED983F68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32" creationId="{4DB2C016-E060-8A29-C830-BCDD783A551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33" creationId="{24C92A71-4F0D-3587-C325-88ED1ECA0B78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34" creationId="{7E65A196-92BA-B14C-9D1D-DA7EC88D6B2E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35" creationId="{B5709A8D-667A-586E-1B4D-E64189F30021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36" creationId="{3042842F-C577-0A32-C1AF-9D7FF818B676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37" creationId="{C212B531-F115-8DCF-5056-B71A7BD6FDC8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38" creationId="{DC85DD15-2B21-B399-30A3-A572A45CD8A8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39" creationId="{255C6FAE-65C7-179A-D370-E9B18E04CC0F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40" creationId="{0E3FCD37-F647-A8D1-0811-8498B2CBAC62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41" creationId="{DBEAFF06-F7CC-3674-8E4B-FED5E9C53A0D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42" creationId="{89A3FC4B-54D0-FED3-DC16-0AB4B437789D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43" creationId="{80523FC5-6F63-3EE2-CF9C-3DE50662E6B6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44" creationId="{2D1A5A60-2201-8267-E5B1-7FD50971546E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45" creationId="{37BF1F76-746E-A0CD-C111-AC843B0659DE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46" creationId="{BC6B87A3-5C3C-D7A6-38CA-AEB7206A56A2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47" creationId="{B647EE99-D678-8159-B515-7C12DF72C41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48" creationId="{F8619041-E6B1-68FB-5CB9-89440A7B695D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149" creationId="{895C3D93-6958-09A0-F046-1ABAC81C4DBD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18" creationId="{E308C99E-26E6-6735-17EC-035F47771552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19" creationId="{5DC236B6-3B14-0A39-A6D3-C766AF343AD1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20" creationId="{593A591B-D685-4659-EDA2-AE442606E212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21" creationId="{6695AD22-E07F-1CAA-776F-B0FF010F44C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22" creationId="{B21B4553-0BCB-D44B-DA33-60EDB4597834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23" creationId="{9CA22429-6706-40FB-C4A8-9A8D765ABABB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24" creationId="{93E93938-82E5-57B3-A1B1-8C3E8165BD4E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25" creationId="{E10447A4-C84F-E50C-05D6-7323E64A843A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26" creationId="{096323BD-2CC8-72ED-074F-79A7A6D6274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27" creationId="{B13BC87C-144E-B34F-29FE-214E31CA010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28" creationId="{24BD0668-32C6-02EB-6A12-DD1D5983A81D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29" creationId="{54F2E113-489A-6BE1-4F6F-B5F076C9CA0E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30" creationId="{FF0421A4-89F0-0883-33C7-87981E4E8B0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31" creationId="{B1711C07-4763-0CAD-B949-8F11E5E82CB4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32" creationId="{9C229C0E-6958-EE1B-27B3-8818E438056D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33" creationId="{359B9C42-A381-9619-C266-467456349CE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34" creationId="{E59FBCDA-E71F-E7A2-347F-4E601BDAEAB8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35" creationId="{FB088D47-2EB8-F882-E71D-9566E6C6CBA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36" creationId="{92924532-4675-A30C-E88D-D2F92AE7FD3F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37" creationId="{D8652295-8E27-EFC8-EADC-50431064F1CA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38" creationId="{B63BCFAF-5B54-BBBC-7CA4-182273817691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39" creationId="{D30FFAE5-34DF-3FE3-AA05-7E4C9500FB19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40" creationId="{F90011CB-91D8-57C9-77E6-0F301D80DB17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41" creationId="{54DB5ABB-8B26-44BC-50E6-6B60539E8148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42" creationId="{273A1687-03FD-0B08-1562-692185C03536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43" creationId="{C4553636-E4C9-B371-FABE-220FAFD8D3D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44" creationId="{F9E93960-39E2-B7F8-5BE3-2A01AD8F9040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45" creationId="{36EF420A-27A6-C884-1DA8-3B476358FA8A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46" creationId="{DFB26048-A1B2-B003-9DCF-A77205559F5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47" creationId="{AB2548B6-5194-D4EA-3438-44CAF14F1C08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48" creationId="{D32D8CEC-0252-B830-456D-297AB15BCB93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49" creationId="{E7CB007A-0FCE-4401-19B1-E90CBCFDF5FF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250" creationId="{4D6D760A-6ECA-1F3C-A2B0-D1F49D1949A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316" creationId="{84A68910-D1D8-551F-146C-00F19F58135B}"/>
          </ac:cxnSpMkLst>
        </pc:cxnChg>
        <pc:cxnChg chg="mod">
          <ac:chgData name="Terence Yang(楊金晶_PSZ)" userId="04050711-1c2b-4376-8c27-98d2e13849ce" providerId="ADAL" clId="{9F3395C2-1C42-496B-8D8D-0B0886CB10DC}" dt="2023-06-15T03:14:29.396" v="580" actId="21"/>
          <ac:cxnSpMkLst>
            <pc:docMk/>
            <pc:sldMk cId="1031977567" sldId="630"/>
            <ac:cxnSpMk id="330" creationId="{02616278-7FBE-8DC0-39C4-25352C544BDA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331" creationId="{03B3AD83-628D-C390-6CA7-352851AE1750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11" creationId="{14DABEE6-E3C5-008A-BD4F-A13AA18892C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12" creationId="{DF4F1A4B-10C3-66FB-F3EB-1A69050ECB40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13" creationId="{32251139-F71D-CEA0-3F0E-B80D2D2C910D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14" creationId="{5CE2651A-6F1E-A668-EC34-2CA9766CF3D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15" creationId="{1BCEC4B0-6B7A-33F2-51E4-3E0C61F18A01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16" creationId="{17ADA6D5-0911-E61C-8A5A-8CD49D4CFC8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21" creationId="{DDCE0D6B-4F9B-E84B-1BBC-596601A53F24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22" creationId="{B0C3DC6F-6063-F542-EBA8-AD33B911D70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23" creationId="{919BC24F-54EC-F5A2-B5B7-7B41AD72B5CA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24" creationId="{DAFE5B1B-5A25-91F2-F4AC-E6B72C2BB2D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25" creationId="{935D87C6-4392-3FA5-E189-4990222B4046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26" creationId="{54FC5992-BC43-D1CA-7E11-CE6C82D191B0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27" creationId="{B9ABA242-76D9-8A02-6B85-5D9DC78AEDE4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28" creationId="{FAAFD189-4FAB-5E41-E4E3-980E99D03402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29" creationId="{6E55085A-4D5B-47F4-E896-CB0E16D806FE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30" creationId="{8484F8C5-F0C6-5D5B-A0BD-D8CDA50C627F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31" creationId="{091CAC06-5619-C544-4C80-E47B9C54A5C8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32" creationId="{14458891-0FD1-D8C3-7BA4-C81489521ACD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33" creationId="{B7239C0B-9CC0-E5FA-2121-F3FCDE795740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34" creationId="{AE34C98D-683B-7BC3-E3CD-8E54D1E45357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35" creationId="{3D73DB56-D97C-98BA-7C18-01808362FE1E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36" creationId="{3086DF94-8431-AC86-B6CE-85B277443C6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37" creationId="{92F56A78-F481-9FE6-E89D-E59E71656EF4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438" creationId="{8F367E2F-3A22-4F80-1AB6-E1B6F7AEA36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517" creationId="{B5962250-BE0A-A9C8-27A4-897D8593FE95}"/>
          </ac:cxnSpMkLst>
        </pc:cxnChg>
        <pc:cxnChg chg="mod">
          <ac:chgData name="Terence Yang(楊金晶_PSZ)" userId="04050711-1c2b-4376-8c27-98d2e13849ce" providerId="ADAL" clId="{9F3395C2-1C42-496B-8D8D-0B0886CB10DC}" dt="2023-06-15T03:17:44.667" v="658" actId="21"/>
          <ac:cxnSpMkLst>
            <pc:docMk/>
            <pc:sldMk cId="1031977567" sldId="630"/>
            <ac:cxnSpMk id="521" creationId="{728E6FEB-5A3B-0EA9-22C5-08A423125827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522" creationId="{C50A6C6C-6FE5-3822-BAF4-5624D9A765CA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586" creationId="{E6B9FCF3-2BB3-4879-B5F3-596F38AD9120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587" creationId="{E552AC54-AE15-3AD4-AE27-78D5E769D044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588" creationId="{84164AB1-8E80-D2FD-E1DC-8945B25003B1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589" creationId="{7FECF020-CEDB-C8D8-8EAC-947B0738188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590" creationId="{12192A8C-61C8-982A-F38E-AC93B89C12E3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591" creationId="{E54CB604-DA4B-A7E6-7E0A-A8953AF3BA2E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00" creationId="{67811AA7-8A07-E256-967D-A2B72D32E4F2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01" creationId="{CB267680-CF27-1A3C-9E2B-5D5E098ABB2B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02" creationId="{34B54A0A-320E-9425-E545-76A6F620E189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03" creationId="{B610B25A-9C5B-0A22-E08F-E2263EC8EF1A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04" creationId="{A885F132-A138-82EA-EB69-D7694F2A2A36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05" creationId="{FF7C12BB-973E-B41C-DD28-71A8FF67DEB2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06" creationId="{CBE60626-C23C-4BBB-8495-A12F380914B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07" creationId="{F8328179-3718-5E8B-1AEB-9DCF2ADFFE2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08" creationId="{4D793B32-9B33-4FD2-1C5A-7693237F1B53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09" creationId="{2305DA16-7D67-353B-D9BD-E851DDC55866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10" creationId="{C02D7474-0641-35BE-6C77-B26AE14C2BFA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11" creationId="{2187959A-CC4A-4D9C-4842-98C4B0548FAD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12" creationId="{5428CBB4-DD2D-046D-0945-E99B64F3582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13" creationId="{59AA7D0B-6E2E-BA02-604B-DD24B5F13C40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14" creationId="{A26E127F-A837-2D00-DCCE-078198101D2E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15" creationId="{5C7EC96F-9E9A-1AE2-1615-9144F9E07F2F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16" creationId="{619C62DB-B5EE-B6A8-7F3A-EEF0A59A94F6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17" creationId="{627E5348-0086-F896-45AC-33FC89CFE984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18" creationId="{D1DD3F06-AA5F-D9AB-6EA3-E3E7F1FA8ED6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19" creationId="{CBBE40FA-933B-5A08-CC61-6FC55501B2A0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20" creationId="{433E67C8-1165-D9A5-0F88-65827577423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21" creationId="{BF1B945F-994C-AFD4-5476-863C63742559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22" creationId="{5223E825-6B06-D49E-1683-3992EA9B0636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23" creationId="{8023F98D-76FC-9C47-97B9-9A2D58CF7C02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24" creationId="{AEB5A106-94D7-2725-FC0C-F367F6983FF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25" creationId="{2661189B-0C67-DB83-3C46-928C8F3FFA5D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26" creationId="{7CCEB2FB-E308-6834-9DCC-B48462F9FE9A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27" creationId="{EF7F6C9B-CDF5-9987-CE51-18596BEDC61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28" creationId="{65F166D5-AB81-CD12-3985-32FBE1D81CE0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29" creationId="{71BABA1F-9EC7-3B72-6AFA-007D1841CE3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30" creationId="{8EA4FDC1-654D-77EF-EE8A-7C4857E9C232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31" creationId="{4EB8C51B-BF7B-157F-F435-D8A5056D1A1F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32" creationId="{CE5BB205-B11A-3936-8B46-36037FBF798F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33" creationId="{C6E68D5F-5743-9754-2CF5-5F5E7CFC83B9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34" creationId="{9266FE46-0539-300F-1654-460538E1DB0F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35" creationId="{66380E0D-6186-4967-567E-D7C89C12D86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36" creationId="{3317DEF1-D6B6-CEB2-02F7-C6957EBAA5D4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37" creationId="{D4D431F4-E4D1-52DB-FD57-346849E9E3D5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38" creationId="{9A86CBBE-ADF6-7D82-811D-D61E0D0FB5BA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39" creationId="{3B831567-5FCE-8CB9-F140-E3B5C63172E9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40" creationId="{E381B592-3F73-6F07-6BFD-690C1DAE2DA3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41" creationId="{980B1BDE-B88C-7A1E-374A-F57C8176978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42" creationId="{D771CA38-F5EF-3430-83A9-DD369B75CB72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43" creationId="{1C7ACDB6-FFEA-4D67-674E-3C50D3C04F2C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44" creationId="{59D26937-3CB1-A485-D337-B6227995D821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45" creationId="{B3BBD119-E623-B5B6-3287-CB9123423BEA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46" creationId="{B16E3D63-D3FD-7CE3-7657-5BFD903EB4D3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47" creationId="{BD456F91-9D59-152F-91B9-976C6C0EF1C9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48" creationId="{640D7B27-9AB5-272F-E2E4-95139070ECE8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49" creationId="{45E52707-C25A-3814-84C5-B82F1A1E0232}"/>
          </ac:cxnSpMkLst>
        </pc:cxnChg>
        <pc:cxnChg chg="mod">
          <ac:chgData name="Terence Yang(楊金晶_PSZ)" userId="04050711-1c2b-4376-8c27-98d2e13849ce" providerId="ADAL" clId="{9F3395C2-1C42-496B-8D8D-0B0886CB10DC}" dt="2023-06-15T03:11:27.774" v="501"/>
          <ac:cxnSpMkLst>
            <pc:docMk/>
            <pc:sldMk cId="1031977567" sldId="630"/>
            <ac:cxnSpMk id="650" creationId="{D42471B9-865C-2C2D-04CF-718D7F4E3E24}"/>
          </ac:cxnSpMkLst>
        </pc:cxnChg>
      </pc:sldChg>
      <pc:sldChg chg="addSp delSp modSp new mod">
        <pc:chgData name="Terence Yang(楊金晶_PSZ)" userId="04050711-1c2b-4376-8c27-98d2e13849ce" providerId="ADAL" clId="{9F3395C2-1C42-496B-8D8D-0B0886CB10DC}" dt="2023-06-15T07:51:14.082" v="885"/>
        <pc:sldMkLst>
          <pc:docMk/>
          <pc:sldMk cId="2660044344" sldId="631"/>
        </pc:sldMkLst>
        <pc:spChg chg="del">
          <ac:chgData name="Terence Yang(楊金晶_PSZ)" userId="04050711-1c2b-4376-8c27-98d2e13849ce" providerId="ADAL" clId="{9F3395C2-1C42-496B-8D8D-0B0886CB10DC}" dt="2023-06-15T03:11:51.698" v="508" actId="478"/>
          <ac:spMkLst>
            <pc:docMk/>
            <pc:sldMk cId="2660044344" sldId="631"/>
            <ac:spMk id="2" creationId="{5C622156-1925-515A-8CE4-5F5C93D504AE}"/>
          </ac:spMkLst>
        </pc:spChg>
        <pc:spChg chg="del mod">
          <ac:chgData name="Terence Yang(楊金晶_PSZ)" userId="04050711-1c2b-4376-8c27-98d2e13849ce" providerId="ADAL" clId="{9F3395C2-1C42-496B-8D8D-0B0886CB10DC}" dt="2023-06-15T03:11:51.698" v="508" actId="478"/>
          <ac:spMkLst>
            <pc:docMk/>
            <pc:sldMk cId="2660044344" sldId="631"/>
            <ac:spMk id="3" creationId="{A768C948-954B-576B-412F-E945C2B3F250}"/>
          </ac:spMkLst>
        </pc:spChg>
        <pc:spChg chg="mod topLvl">
          <ac:chgData name="Terence Yang(楊金晶_PSZ)" userId="04050711-1c2b-4376-8c27-98d2e13849ce" providerId="ADAL" clId="{9F3395C2-1C42-496B-8D8D-0B0886CB10DC}" dt="2023-06-15T07:51:10.547" v="883" actId="164"/>
          <ac:spMkLst>
            <pc:docMk/>
            <pc:sldMk cId="2660044344" sldId="631"/>
            <ac:spMk id="8" creationId="{BBECD0B5-C411-0D54-981B-61EFBEE894F1}"/>
          </ac:spMkLst>
        </pc:spChg>
        <pc:spChg chg="mod topLvl">
          <ac:chgData name="Terence Yang(楊金晶_PSZ)" userId="04050711-1c2b-4376-8c27-98d2e13849ce" providerId="ADAL" clId="{9F3395C2-1C42-496B-8D8D-0B0886CB10DC}" dt="2023-06-15T07:51:10.547" v="883" actId="164"/>
          <ac:spMkLst>
            <pc:docMk/>
            <pc:sldMk cId="2660044344" sldId="631"/>
            <ac:spMk id="9" creationId="{7DC17CE5-3895-1488-E5A3-DB5D67F6CAAF}"/>
          </ac:spMkLst>
        </pc:spChg>
        <pc:spChg chg="mod topLvl">
          <ac:chgData name="Terence Yang(楊金晶_PSZ)" userId="04050711-1c2b-4376-8c27-98d2e13849ce" providerId="ADAL" clId="{9F3395C2-1C42-496B-8D8D-0B0886CB10DC}" dt="2023-06-15T07:51:10.547" v="883" actId="164"/>
          <ac:spMkLst>
            <pc:docMk/>
            <pc:sldMk cId="2660044344" sldId="631"/>
            <ac:spMk id="10" creationId="{5111E9C7-1577-CE1C-0D9F-7DB2FC340E49}"/>
          </ac:spMkLst>
        </pc:spChg>
        <pc:spChg chg="mod topLvl">
          <ac:chgData name="Terence Yang(楊金晶_PSZ)" userId="04050711-1c2b-4376-8c27-98d2e13849ce" providerId="ADAL" clId="{9F3395C2-1C42-496B-8D8D-0B0886CB10DC}" dt="2023-06-15T07:51:10.547" v="883" actId="164"/>
          <ac:spMkLst>
            <pc:docMk/>
            <pc:sldMk cId="2660044344" sldId="631"/>
            <ac:spMk id="11" creationId="{6AA08CEC-8272-E881-A5FF-3F0BD2B0F833}"/>
          </ac:spMkLst>
        </pc:spChg>
        <pc:spChg chg="mod topLvl">
          <ac:chgData name="Terence Yang(楊金晶_PSZ)" userId="04050711-1c2b-4376-8c27-98d2e13849ce" providerId="ADAL" clId="{9F3395C2-1C42-496B-8D8D-0B0886CB10DC}" dt="2023-06-15T07:51:10.547" v="883" actId="164"/>
          <ac:spMkLst>
            <pc:docMk/>
            <pc:sldMk cId="2660044344" sldId="631"/>
            <ac:spMk id="12" creationId="{4A58836D-38C9-9AEA-5AFD-EBC3A6927B07}"/>
          </ac:spMkLst>
        </pc:spChg>
        <pc:spChg chg="mod topLvl">
          <ac:chgData name="Terence Yang(楊金晶_PSZ)" userId="04050711-1c2b-4376-8c27-98d2e13849ce" providerId="ADAL" clId="{9F3395C2-1C42-496B-8D8D-0B0886CB10DC}" dt="2023-06-15T07:51:10.547" v="883" actId="164"/>
          <ac:spMkLst>
            <pc:docMk/>
            <pc:sldMk cId="2660044344" sldId="631"/>
            <ac:spMk id="13" creationId="{FB0C4199-2D2A-BBC3-C714-E247EEF6E7A2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16" creationId="{F351475B-7672-FDDC-AC97-A923347C41F0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17" creationId="{0DD81E7E-88E2-045A-1B2F-0D2FB760EECF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18" creationId="{9460BE1C-2DC3-8E16-4C78-EDE5E988606A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19" creationId="{59D0F99B-EA57-8FD9-4257-821DDE955AF3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20" creationId="{3CD12AA3-0F91-4B90-D32F-2906C478B03D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21" creationId="{5B9178CC-6B34-22E7-BCC0-F69B83EC8B02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22" creationId="{43C01D6F-1827-1E98-2327-80FAB5FD32A7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23" creationId="{2661961E-78E2-9611-7761-968067335CCB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24" creationId="{7D980D3E-FCD5-3CA2-7CFD-CC78E5C5404D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25" creationId="{4D319A16-6D0C-24EC-FD29-119F0E04DD27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26" creationId="{69A8017B-C9AE-0D66-0A47-7BAAC63A1EED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27" creationId="{BA093700-270B-DCB1-027C-0D374B705B12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28" creationId="{2963B995-8E6F-F232-9D76-05403557BD70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29" creationId="{6B2D4809-0F32-8DCE-FF9E-830F30E25FDA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30" creationId="{52D15CE3-03EE-9CD1-B35F-D30E159F7098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31" creationId="{593B6399-C895-701C-E379-A2412CF82BCE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32" creationId="{216218E4-90EE-C0DF-8655-C25C029A7529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33" creationId="{D95372BF-3315-3615-4B59-FBB883251871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34" creationId="{F5D5E300-DC49-D380-33DE-C53029E03E83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35" creationId="{1E2E5DDF-8766-D7CC-AF20-E0EEE8644AB0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36" creationId="{25AEFBCB-5C11-2F8E-C853-17966E737C20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37" creationId="{B2C4199F-47AD-0996-90F9-E628B30A60FE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38" creationId="{15C5A6C8-D063-34F5-2EAE-8D31E3908F81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39" creationId="{573BDC6A-0140-232B-9F32-EFB2ABA51508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40" creationId="{4CA051E4-CE5E-4DCD-A0D9-258DA480014E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41" creationId="{9217249F-AA12-D4F2-0EF0-6204219DEB9F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42" creationId="{C12854C7-A0B7-6AA4-A377-D46954759F29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43" creationId="{B0814016-0376-7F56-60A7-C0764D373337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44" creationId="{581DECB6-52E7-F31E-3F0B-FB24857976C8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45" creationId="{812C68D8-3AB5-EBE2-B92C-89C4C6FC4F65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46" creationId="{4FEDBE9A-6F5D-9AA7-76B9-B5A23B98AE47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47" creationId="{CC273B91-2049-F42D-F4A0-30EC1BD821D4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48" creationId="{E28B504C-7D07-7199-023B-A8C2967F1AB2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49" creationId="{DF6136AC-8EB3-135F-571D-55B59D870BEB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50" creationId="{E2F0C00E-8C50-B033-A2E2-8533B651C2D1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51" creationId="{BCEC08AC-D057-7692-2FF7-9DDA2141E705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52" creationId="{8EA3D204-4E57-21D2-0547-0F84DD7B89A8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53" creationId="{C3DEEAFE-403B-8595-BEF7-02B3CA892D11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54" creationId="{DA45290D-B999-CD25-7046-E37D6ACC860E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55" creationId="{13FEA1DF-7963-0DDA-C4B9-3B054CE6B822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56" creationId="{FEA5620E-DB35-2F03-0AC5-625A9469D2C2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57" creationId="{CF38F1F6-739B-B940-9A55-9DB34B237AF4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58" creationId="{13CB8709-5B2F-F7D8-2F4B-49D76E4E76F3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59" creationId="{9678F9DE-15B9-14EE-07A4-BD2693E6AEA7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60" creationId="{918D0D1B-C62B-E5C5-ADD1-19242C5A556B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61" creationId="{8A85AC9D-86E5-7401-A461-3829050CAAB9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62" creationId="{33B8FCAE-907C-FD09-132B-727FDD8D7227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63" creationId="{1BEA92D8-0C65-3FCC-CB1A-0CF47DB020DB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64" creationId="{F7A69883-75B7-73C5-8CBE-F3D37A2412D8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65" creationId="{8AC4F0DF-55AD-69AA-4D47-94E48BE15377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66" creationId="{434C378F-482A-93A8-AFEB-2742C7E65257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67" creationId="{56848653-2079-17A7-0367-1765922E98C6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68" creationId="{14EA0550-3D4F-ED3F-64A8-14C21180D583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69" creationId="{CBD2B463-E5BD-0534-575E-1137750C7BCC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70" creationId="{7130FDBF-A400-64BE-9D84-92EC42A863AC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71" creationId="{B082F76B-BC05-C1A0-C357-57E38C950765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72" creationId="{2A16C9B4-2453-7612-2F0D-DA8A6C4442AA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73" creationId="{532350F0-F87C-C584-3A58-61467C98E785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74" creationId="{52E7DD49-C615-75FD-5E73-6EDD3F06AED5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75" creationId="{9956F4E7-8863-96E2-D624-59C11FC2EE12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76" creationId="{46953BC9-099C-7227-F5F0-23CC815A104F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77" creationId="{84F4E3A9-53F8-A849-7AC8-6B3D7F11946C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78" creationId="{6A9D40F1-D55C-6C9B-F1F1-6A5AA7BFE3C0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79" creationId="{8CF6DC67-A9DE-EDC4-3090-3C32B11DB428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80" creationId="{3BBF5178-BE0D-EBE0-B911-D5083D139A42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81" creationId="{39C143F0-6A94-F54B-8CED-E9DBD8A6BC81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82" creationId="{D71534DF-BC42-4C82-2172-CCEA9B866D7A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85" creationId="{DDD34DC5-21C9-F1FF-29DF-C6A76DB49195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89" creationId="{98C8089A-EE8D-7855-AC7A-C3D69C5577F7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91" creationId="{E35BF925-FE10-7A6B-0D0B-2D75F78B3FDD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92" creationId="{54C86AE3-4ADC-853D-CEBE-E11D929548E3}"/>
          </ac:spMkLst>
        </pc:spChg>
        <pc:spChg chg="mod">
          <ac:chgData name="Terence Yang(楊金晶_PSZ)" userId="04050711-1c2b-4376-8c27-98d2e13849ce" providerId="ADAL" clId="{9F3395C2-1C42-496B-8D8D-0B0886CB10DC}" dt="2023-06-15T03:12:11.064" v="512" actId="165"/>
          <ac:spMkLst>
            <pc:docMk/>
            <pc:sldMk cId="2660044344" sldId="631"/>
            <ac:spMk id="94" creationId="{7CF59092-EC08-586D-A415-569319F305BA}"/>
          </ac:spMkLst>
        </pc:spChg>
        <pc:spChg chg="mod topLvl">
          <ac:chgData name="Terence Yang(楊金晶_PSZ)" userId="04050711-1c2b-4376-8c27-98d2e13849ce" providerId="ADAL" clId="{9F3395C2-1C42-496B-8D8D-0B0886CB10DC}" dt="2023-06-15T07:51:10.547" v="883" actId="164"/>
          <ac:spMkLst>
            <pc:docMk/>
            <pc:sldMk cId="2660044344" sldId="631"/>
            <ac:spMk id="150" creationId="{72FC581F-C476-5D7F-945B-39385B1A9A28}"/>
          </ac:spMkLst>
        </pc:spChg>
        <pc:spChg chg="mod topLvl">
          <ac:chgData name="Terence Yang(楊金晶_PSZ)" userId="04050711-1c2b-4376-8c27-98d2e13849ce" providerId="ADAL" clId="{9F3395C2-1C42-496B-8D8D-0B0886CB10DC}" dt="2023-06-15T07:51:10.547" v="883" actId="164"/>
          <ac:spMkLst>
            <pc:docMk/>
            <pc:sldMk cId="2660044344" sldId="631"/>
            <ac:spMk id="151" creationId="{9664B744-03AE-8E28-6E0E-F696D4DB17AE}"/>
          </ac:spMkLst>
        </pc:spChg>
        <pc:spChg chg="add del mod topLvl">
          <ac:chgData name="Terence Yang(楊金晶_PSZ)" userId="04050711-1c2b-4376-8c27-98d2e13849ce" providerId="ADAL" clId="{9F3395C2-1C42-496B-8D8D-0B0886CB10DC}" dt="2023-06-15T07:51:10.547" v="883" actId="164"/>
          <ac:spMkLst>
            <pc:docMk/>
            <pc:sldMk cId="2660044344" sldId="631"/>
            <ac:spMk id="152" creationId="{0A54EBD6-FC90-A733-549F-36B93DF571B7}"/>
          </ac:spMkLst>
        </pc:spChg>
        <pc:spChg chg="add del mod topLvl">
          <ac:chgData name="Terence Yang(楊金晶_PSZ)" userId="04050711-1c2b-4376-8c27-98d2e13849ce" providerId="ADAL" clId="{9F3395C2-1C42-496B-8D8D-0B0886CB10DC}" dt="2023-06-15T07:51:10.547" v="883" actId="164"/>
          <ac:spMkLst>
            <pc:docMk/>
            <pc:sldMk cId="2660044344" sldId="631"/>
            <ac:spMk id="153" creationId="{6DD2E38D-ED65-6C22-0CF8-1ECAD5096F1A}"/>
          </ac:spMkLst>
        </pc:spChg>
        <pc:spChg chg="add mod">
          <ac:chgData name="Terence Yang(楊金晶_PSZ)" userId="04050711-1c2b-4376-8c27-98d2e13849ce" providerId="ADAL" clId="{9F3395C2-1C42-496B-8D8D-0B0886CB10DC}" dt="2023-06-15T03:13:15.310" v="558" actId="20577"/>
          <ac:spMkLst>
            <pc:docMk/>
            <pc:sldMk cId="2660044344" sldId="631"/>
            <ac:spMk id="154" creationId="{9FCCF452-0814-3E08-D62A-3EA084DEBFD4}"/>
          </ac:spMkLst>
        </pc:spChg>
        <pc:spChg chg="add del mod">
          <ac:chgData name="Terence Yang(楊金晶_PSZ)" userId="04050711-1c2b-4376-8c27-98d2e13849ce" providerId="ADAL" clId="{9F3395C2-1C42-496B-8D8D-0B0886CB10DC}" dt="2023-06-15T07:51:14.082" v="885"/>
          <ac:spMkLst>
            <pc:docMk/>
            <pc:sldMk cId="2660044344" sldId="631"/>
            <ac:spMk id="156" creationId="{FC655B0A-79FA-2236-46CA-6007F65A7814}"/>
          </ac:spMkLst>
        </pc:spChg>
        <pc:spChg chg="add del mod">
          <ac:chgData name="Terence Yang(楊金晶_PSZ)" userId="04050711-1c2b-4376-8c27-98d2e13849ce" providerId="ADAL" clId="{9F3395C2-1C42-496B-8D8D-0B0886CB10DC}" dt="2023-06-15T07:51:14.082" v="885"/>
          <ac:spMkLst>
            <pc:docMk/>
            <pc:sldMk cId="2660044344" sldId="631"/>
            <ac:spMk id="157" creationId="{8F170971-96F5-1FFC-B4CD-A0AA51A7875F}"/>
          </ac:spMkLst>
        </pc:spChg>
        <pc:grpChg chg="add del mod">
          <ac:chgData name="Terence Yang(楊金晶_PSZ)" userId="04050711-1c2b-4376-8c27-98d2e13849ce" providerId="ADAL" clId="{9F3395C2-1C42-496B-8D8D-0B0886CB10DC}" dt="2023-06-15T03:12:11.064" v="512" actId="165"/>
          <ac:grpSpMkLst>
            <pc:docMk/>
            <pc:sldMk cId="2660044344" sldId="631"/>
            <ac:grpSpMk id="4" creationId="{2A5800EE-9617-7745-CE65-0718E5E165B5}"/>
          </ac:grpSpMkLst>
        </pc:grpChg>
        <pc:grpChg chg="del mod topLvl">
          <ac:chgData name="Terence Yang(楊金晶_PSZ)" userId="04050711-1c2b-4376-8c27-98d2e13849ce" providerId="ADAL" clId="{9F3395C2-1C42-496B-8D8D-0B0886CB10DC}" dt="2023-06-15T03:13:24.409" v="559" actId="165"/>
          <ac:grpSpMkLst>
            <pc:docMk/>
            <pc:sldMk cId="2660044344" sldId="631"/>
            <ac:grpSpMk id="5" creationId="{F7D84C25-2061-9811-76F2-B98A4FF69D74}"/>
          </ac:grpSpMkLst>
        </pc:grpChg>
        <pc:grpChg chg="add del mod ord topLvl">
          <ac:chgData name="Terence Yang(楊金晶_PSZ)" userId="04050711-1c2b-4376-8c27-98d2e13849ce" providerId="ADAL" clId="{9F3395C2-1C42-496B-8D8D-0B0886CB10DC}" dt="2023-06-15T03:13:45.155" v="564" actId="478"/>
          <ac:grpSpMkLst>
            <pc:docMk/>
            <pc:sldMk cId="2660044344" sldId="631"/>
            <ac:grpSpMk id="6" creationId="{D7D394B3-A560-E08D-AB31-5F73FEFC7B2D}"/>
          </ac:grpSpMkLst>
        </pc:grpChg>
        <pc:grpChg chg="add del mod topLvl">
          <ac:chgData name="Terence Yang(楊金晶_PSZ)" userId="04050711-1c2b-4376-8c27-98d2e13849ce" providerId="ADAL" clId="{9F3395C2-1C42-496B-8D8D-0B0886CB10DC}" dt="2023-06-15T03:13:58.913" v="567" actId="478"/>
          <ac:grpSpMkLst>
            <pc:docMk/>
            <pc:sldMk cId="2660044344" sldId="631"/>
            <ac:grpSpMk id="7" creationId="{78AB552B-8E16-F74D-ADC3-B915E9A79238}"/>
          </ac:grpSpMkLst>
        </pc:grpChg>
        <pc:grpChg chg="mod topLvl">
          <ac:chgData name="Terence Yang(楊金晶_PSZ)" userId="04050711-1c2b-4376-8c27-98d2e13849ce" providerId="ADAL" clId="{9F3395C2-1C42-496B-8D8D-0B0886CB10DC}" dt="2023-06-15T07:51:10.547" v="883" actId="164"/>
          <ac:grpSpMkLst>
            <pc:docMk/>
            <pc:sldMk cId="2660044344" sldId="631"/>
            <ac:grpSpMk id="14" creationId="{07938AF5-2F43-89E9-B399-FC245436BDFD}"/>
          </ac:grpSpMkLst>
        </pc:grpChg>
        <pc:grpChg chg="mod topLvl">
          <ac:chgData name="Terence Yang(楊金晶_PSZ)" userId="04050711-1c2b-4376-8c27-98d2e13849ce" providerId="ADAL" clId="{9F3395C2-1C42-496B-8D8D-0B0886CB10DC}" dt="2023-06-15T07:51:10.547" v="883" actId="164"/>
          <ac:grpSpMkLst>
            <pc:docMk/>
            <pc:sldMk cId="2660044344" sldId="631"/>
            <ac:grpSpMk id="15" creationId="{CAD79C35-BC05-A444-E500-72DEA476B5BE}"/>
          </ac:grpSpMkLst>
        </pc:grpChg>
        <pc:grpChg chg="mod">
          <ac:chgData name="Terence Yang(楊金晶_PSZ)" userId="04050711-1c2b-4376-8c27-98d2e13849ce" providerId="ADAL" clId="{9F3395C2-1C42-496B-8D8D-0B0886CB10DC}" dt="2023-06-15T03:12:11.064" v="512" actId="165"/>
          <ac:grpSpMkLst>
            <pc:docMk/>
            <pc:sldMk cId="2660044344" sldId="631"/>
            <ac:grpSpMk id="95" creationId="{495C03B6-EE4D-C230-B3B7-E1D1AA190CA5}"/>
          </ac:grpSpMkLst>
        </pc:grpChg>
        <pc:grpChg chg="mod">
          <ac:chgData name="Terence Yang(楊金晶_PSZ)" userId="04050711-1c2b-4376-8c27-98d2e13849ce" providerId="ADAL" clId="{9F3395C2-1C42-496B-8D8D-0B0886CB10DC}" dt="2023-06-15T03:12:11.064" v="512" actId="165"/>
          <ac:grpSpMkLst>
            <pc:docMk/>
            <pc:sldMk cId="2660044344" sldId="631"/>
            <ac:grpSpMk id="96" creationId="{D48B34B6-D8C3-7AB9-BF9A-BEF8F373FB81}"/>
          </ac:grpSpMkLst>
        </pc:grpChg>
        <pc:grpChg chg="mod">
          <ac:chgData name="Terence Yang(楊金晶_PSZ)" userId="04050711-1c2b-4376-8c27-98d2e13849ce" providerId="ADAL" clId="{9F3395C2-1C42-496B-8D8D-0B0886CB10DC}" dt="2023-06-15T03:12:11.064" v="512" actId="165"/>
          <ac:grpSpMkLst>
            <pc:docMk/>
            <pc:sldMk cId="2660044344" sldId="631"/>
            <ac:grpSpMk id="123" creationId="{6793D806-2D90-7872-02C4-21DA24ED86EE}"/>
          </ac:grpSpMkLst>
        </pc:grpChg>
        <pc:grpChg chg="mod">
          <ac:chgData name="Terence Yang(楊金晶_PSZ)" userId="04050711-1c2b-4376-8c27-98d2e13849ce" providerId="ADAL" clId="{9F3395C2-1C42-496B-8D8D-0B0886CB10DC}" dt="2023-06-15T03:12:11.064" v="512" actId="165"/>
          <ac:grpSpMkLst>
            <pc:docMk/>
            <pc:sldMk cId="2660044344" sldId="631"/>
            <ac:grpSpMk id="124" creationId="{594F8350-8CDE-9E6C-CA03-96F5500B60C8}"/>
          </ac:grpSpMkLst>
        </pc:grpChg>
        <pc:grpChg chg="add mod">
          <ac:chgData name="Terence Yang(楊金晶_PSZ)" userId="04050711-1c2b-4376-8c27-98d2e13849ce" providerId="ADAL" clId="{9F3395C2-1C42-496B-8D8D-0B0886CB10DC}" dt="2023-06-15T07:51:10.547" v="883" actId="164"/>
          <ac:grpSpMkLst>
            <pc:docMk/>
            <pc:sldMk cId="2660044344" sldId="631"/>
            <ac:grpSpMk id="155" creationId="{E9203987-4022-9961-EF34-4522A4C66B6E}"/>
          </ac:grpSpMkLst>
        </pc:grp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83" creationId="{DF2EEA3F-8481-0733-D6A3-DA4CD32BA6CC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84" creationId="{86036B05-B926-AE9E-271B-11849E330569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86" creationId="{7F6F7176-9998-D1B5-F515-368BB3F2D04E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87" creationId="{0AED825D-48ED-CD69-1451-7BDD2B00C323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88" creationId="{29F8C12E-2675-58A2-501B-F036C686AC0E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90" creationId="{50DB7121-7F3B-753B-7087-FB6A0143B528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93" creationId="{8CE9AEBB-F930-CE73-2730-52305A89D27A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97" creationId="{663676B4-EBA2-6F09-7595-85C3B123AED5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98" creationId="{6A201CCB-B46F-F923-F561-BA4189677C77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99" creationId="{11426563-254E-D6EB-6196-31B1F30A433E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00" creationId="{1E47F428-CDA3-3F04-BA49-88F31C983EA7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01" creationId="{FBF80E32-B1C1-3C80-5D34-19263F6CF1BF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02" creationId="{6607B6F2-C732-6F49-BE3E-80D7A034168D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03" creationId="{DDB83FB8-7B15-A73F-BBD1-6102910C271B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04" creationId="{31EAC133-4373-8A2B-A4EE-FE40E06AF876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05" creationId="{E03637E8-9539-EB6C-22A6-93A4495BFF76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06" creationId="{E03659F0-57A7-91E0-5D91-CEDFA52D8E1E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07" creationId="{3D089D96-DA83-F35A-9300-1FAA5E93271D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08" creationId="{2AE2F469-71F1-A178-1089-FB7DE68B34A1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09" creationId="{83AD93E7-BDDF-1592-6C97-5219E138BC6F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10" creationId="{FD3065AA-D76E-BEF3-618C-627742698ACC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11" creationId="{6426B8EA-1E62-06A5-3EC4-FA0372DA70FB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12" creationId="{DF805747-DD2B-A4EB-380D-40B093189BC1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13" creationId="{89EF1D6F-4EB1-E588-1D27-AF1236A3D4DD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14" creationId="{B795D98B-8FCB-E965-2FBC-B1B54B78B0CA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15" creationId="{C2BE73C4-9E14-FE75-E2BD-AA5269632D23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16" creationId="{DDC55F38-DB5F-0007-2C23-EF4EB18F578D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17" creationId="{A8D941D5-3F14-42A1-4F5C-0595BB147DC3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18" creationId="{52FF61C3-A493-4F5F-AE37-8751326C0BF4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19" creationId="{91E3FAC5-875C-C0B7-0324-AC1F0EEDBBDB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20" creationId="{8C1BE861-3CCB-492F-8255-6BAEE3D24E48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21" creationId="{93F81855-9794-993B-6F38-5A9A29CE13BB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22" creationId="{C636C047-D452-363F-C976-7B8CEE93B6A8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25" creationId="{B396C803-47A5-8F48-2D54-36154EE111E6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26" creationId="{4DA38E52-B9EF-E3AD-D2FC-37E125FB090F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27" creationId="{DB9A965F-03FE-7E02-B044-B0BBFD899394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28" creationId="{F4261A54-186E-4752-E201-A8731BB48BE4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29" creationId="{86B5BED7-10C2-1713-EAED-F9F266505619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30" creationId="{0BBDDCA0-7453-B49D-A80D-36ABE123186C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31" creationId="{B06CC6F4-F9C4-E26C-6116-5B450F50FE27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32" creationId="{8085FD70-D5B6-00B3-9D64-48C5DF8028D0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33" creationId="{AEA194E4-6544-6A5B-785B-2A61F85FF7AB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34" creationId="{C45DB858-EBF5-35ED-4FFE-623D4FABA01E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35" creationId="{A8DA1382-7367-C7A1-BAE6-D64C1C8F4DE9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36" creationId="{3BE854FA-E851-F1DF-BCB8-114221F7B445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37" creationId="{5C680E97-1072-F848-7A9F-43D142FB43EE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38" creationId="{5EFF37FB-50FC-A453-A1E2-E7E8A4705FD6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39" creationId="{2F0FDBEA-B97D-D9A5-F17C-2CC838E14AF6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40" creationId="{FF87DD4C-B0B6-69D9-4396-D967DE994F15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41" creationId="{B7C61E5A-A641-00C3-9097-BF96C706B5F5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42" creationId="{C5CA09D1-757F-74AF-137C-D632B605FD00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43" creationId="{4CFF3F07-DF2C-966E-F0B3-362F4DD5D4B9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44" creationId="{7E1B9499-38DB-61F6-B80E-CDE5EF2A97F6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45" creationId="{45C0390D-9B66-79DF-1BD7-8D4DA69864F5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46" creationId="{9519AB0F-C7BD-E42C-FE28-EC8A15E45F56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47" creationId="{4B4ACE6F-DDD1-F355-C6D2-CFB2024C5BD8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48" creationId="{D490B859-D056-1706-0C0C-A189FE14D059}"/>
          </ac:cxnSpMkLst>
        </pc:cxnChg>
        <pc:cxnChg chg="mod">
          <ac:chgData name="Terence Yang(楊金晶_PSZ)" userId="04050711-1c2b-4376-8c27-98d2e13849ce" providerId="ADAL" clId="{9F3395C2-1C42-496B-8D8D-0B0886CB10DC}" dt="2023-06-15T03:12:11.064" v="512" actId="165"/>
          <ac:cxnSpMkLst>
            <pc:docMk/>
            <pc:sldMk cId="2660044344" sldId="631"/>
            <ac:cxnSpMk id="149" creationId="{59352F40-E559-A42E-4D34-AED40EF0E59E}"/>
          </ac:cxnSpMkLst>
        </pc:cxnChg>
      </pc:sldChg>
      <pc:sldChg chg="addSp delSp modSp add mod">
        <pc:chgData name="Terence Yang(楊金晶_PSZ)" userId="04050711-1c2b-4376-8c27-98d2e13849ce" providerId="ADAL" clId="{9F3395C2-1C42-496B-8D8D-0B0886CB10DC}" dt="2023-06-15T06:32:43.416" v="880" actId="1076"/>
        <pc:sldMkLst>
          <pc:docMk/>
          <pc:sldMk cId="1727926669" sldId="632"/>
        </pc:sldMkLst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4" creationId="{DF73E181-4A9D-3630-439E-5B6D3BE7E426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5" creationId="{CF33E358-9CD9-33C9-9C5D-98E452777CAA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6" creationId="{267418D8-0D79-537C-AFEE-62DB93940C18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7" creationId="{4B17653E-A0F7-D530-C45C-57E6109A86B1}"/>
          </ac:spMkLst>
        </pc:spChg>
        <pc:spChg chg="mod topLvl">
          <ac:chgData name="Terence Yang(楊金晶_PSZ)" userId="04050711-1c2b-4376-8c27-98d2e13849ce" providerId="ADAL" clId="{9F3395C2-1C42-496B-8D8D-0B0886CB10DC}" dt="2023-06-15T06:32:29.400" v="878" actId="164"/>
          <ac:spMkLst>
            <pc:docMk/>
            <pc:sldMk cId="1727926669" sldId="632"/>
            <ac:spMk id="8" creationId="{BBECD0B5-C411-0D54-981B-61EFBEE894F1}"/>
          </ac:spMkLst>
        </pc:spChg>
        <pc:spChg chg="mod topLvl">
          <ac:chgData name="Terence Yang(楊金晶_PSZ)" userId="04050711-1c2b-4376-8c27-98d2e13849ce" providerId="ADAL" clId="{9F3395C2-1C42-496B-8D8D-0B0886CB10DC}" dt="2023-06-15T06:32:29.400" v="878" actId="164"/>
          <ac:spMkLst>
            <pc:docMk/>
            <pc:sldMk cId="1727926669" sldId="632"/>
            <ac:spMk id="9" creationId="{7DC17CE5-3895-1488-E5A3-DB5D67F6CAAF}"/>
          </ac:spMkLst>
        </pc:spChg>
        <pc:spChg chg="mod topLvl">
          <ac:chgData name="Terence Yang(楊金晶_PSZ)" userId="04050711-1c2b-4376-8c27-98d2e13849ce" providerId="ADAL" clId="{9F3395C2-1C42-496B-8D8D-0B0886CB10DC}" dt="2023-06-15T06:32:29.400" v="878" actId="164"/>
          <ac:spMkLst>
            <pc:docMk/>
            <pc:sldMk cId="1727926669" sldId="632"/>
            <ac:spMk id="10" creationId="{5111E9C7-1577-CE1C-0D9F-7DB2FC340E49}"/>
          </ac:spMkLst>
        </pc:spChg>
        <pc:spChg chg="mod topLvl">
          <ac:chgData name="Terence Yang(楊金晶_PSZ)" userId="04050711-1c2b-4376-8c27-98d2e13849ce" providerId="ADAL" clId="{9F3395C2-1C42-496B-8D8D-0B0886CB10DC}" dt="2023-06-15T06:32:29.400" v="878" actId="164"/>
          <ac:spMkLst>
            <pc:docMk/>
            <pc:sldMk cId="1727926669" sldId="632"/>
            <ac:spMk id="11" creationId="{6AA08CEC-8272-E881-A5FF-3F0BD2B0F833}"/>
          </ac:spMkLst>
        </pc:spChg>
        <pc:spChg chg="mod topLvl">
          <ac:chgData name="Terence Yang(楊金晶_PSZ)" userId="04050711-1c2b-4376-8c27-98d2e13849ce" providerId="ADAL" clId="{9F3395C2-1C42-496B-8D8D-0B0886CB10DC}" dt="2023-06-15T06:32:29.400" v="878" actId="164"/>
          <ac:spMkLst>
            <pc:docMk/>
            <pc:sldMk cId="1727926669" sldId="632"/>
            <ac:spMk id="12" creationId="{4A58836D-38C9-9AEA-5AFD-EBC3A6927B07}"/>
          </ac:spMkLst>
        </pc:spChg>
        <pc:spChg chg="mod topLvl">
          <ac:chgData name="Terence Yang(楊金晶_PSZ)" userId="04050711-1c2b-4376-8c27-98d2e13849ce" providerId="ADAL" clId="{9F3395C2-1C42-496B-8D8D-0B0886CB10DC}" dt="2023-06-15T06:32:29.400" v="878" actId="164"/>
          <ac:spMkLst>
            <pc:docMk/>
            <pc:sldMk cId="1727926669" sldId="632"/>
            <ac:spMk id="13" creationId="{FB0C4199-2D2A-BBC3-C714-E247EEF6E7A2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16" creationId="{F351475B-7672-FDDC-AC97-A923347C41F0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17" creationId="{0DD81E7E-88E2-045A-1B2F-0D2FB760EECF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18" creationId="{9460BE1C-2DC3-8E16-4C78-EDE5E988606A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19" creationId="{59D0F99B-EA57-8FD9-4257-821DDE955AF3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20" creationId="{3CD12AA3-0F91-4B90-D32F-2906C478B03D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21" creationId="{5B9178CC-6B34-22E7-BCC0-F69B83EC8B02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22" creationId="{43C01D6F-1827-1E98-2327-80FAB5FD32A7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23" creationId="{2661961E-78E2-9611-7761-968067335CCB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24" creationId="{7D980D3E-FCD5-3CA2-7CFD-CC78E5C5404D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25" creationId="{4D319A16-6D0C-24EC-FD29-119F0E04DD27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26" creationId="{69A8017B-C9AE-0D66-0A47-7BAAC63A1EED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27" creationId="{BA093700-270B-DCB1-027C-0D374B705B12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28" creationId="{2963B995-8E6F-F232-9D76-05403557BD70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29" creationId="{6B2D4809-0F32-8DCE-FF9E-830F30E25FDA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30" creationId="{52D15CE3-03EE-9CD1-B35F-D30E159F7098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31" creationId="{593B6399-C895-701C-E379-A2412CF82BCE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32" creationId="{216218E4-90EE-C0DF-8655-C25C029A7529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33" creationId="{D95372BF-3315-3615-4B59-FBB883251871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34" creationId="{F5D5E300-DC49-D380-33DE-C53029E03E83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35" creationId="{1E2E5DDF-8766-D7CC-AF20-E0EEE8644AB0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36" creationId="{25AEFBCB-5C11-2F8E-C853-17966E737C20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37" creationId="{B2C4199F-47AD-0996-90F9-E628B30A60FE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38" creationId="{15C5A6C8-D063-34F5-2EAE-8D31E3908F81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39" creationId="{573BDC6A-0140-232B-9F32-EFB2ABA51508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40" creationId="{4CA051E4-CE5E-4DCD-A0D9-258DA480014E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41" creationId="{9217249F-AA12-D4F2-0EF0-6204219DEB9F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42" creationId="{C12854C7-A0B7-6AA4-A377-D46954759F29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43" creationId="{B0814016-0376-7F56-60A7-C0764D373337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44" creationId="{581DECB6-52E7-F31E-3F0B-FB24857976C8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45" creationId="{812C68D8-3AB5-EBE2-B92C-89C4C6FC4F65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46" creationId="{4FEDBE9A-6F5D-9AA7-76B9-B5A23B98AE47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47" creationId="{CC273B91-2049-F42D-F4A0-30EC1BD821D4}"/>
          </ac:spMkLst>
        </pc:spChg>
        <pc:spChg chg="mod">
          <ac:chgData name="Terence Yang(楊金晶_PSZ)" userId="04050711-1c2b-4376-8c27-98d2e13849ce" providerId="ADAL" clId="{9F3395C2-1C42-496B-8D8D-0B0886CB10DC}" dt="2023-06-15T06:32:22.426" v="876" actId="165"/>
          <ac:spMkLst>
            <pc:docMk/>
            <pc:sldMk cId="1727926669" sldId="632"/>
            <ac:spMk id="48" creationId="{E28B504C-7D07-7199-023B-A8C2967F1AB2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95" creationId="{6EDDD8BA-B105-03F8-96A2-F335DA198497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96" creationId="{E056918B-16A6-D79D-0D26-34DC73E5DC29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97" creationId="{AFB09939-EF70-FBD8-C1A7-49AE551FD158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98" creationId="{EEA6CAAA-FF6D-9FF6-6FE6-6E5821346557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99" creationId="{0190BF1A-D278-83E5-3C2E-8017C8DB19C9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00" creationId="{74663A86-64DC-BC61-CEBB-5885DAA0392B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01" creationId="{220CD075-9680-5C28-A2F6-54226D2027E2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02" creationId="{D9BB5EE9-3342-DE73-B6B6-B7372E591F4F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03" creationId="{6D13500F-90F1-091F-5D04-DDA846D87E83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04" creationId="{BBE37796-245D-6BEE-8E2C-589EBB775FE8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05" creationId="{0EA7F12A-660C-54F3-EF4A-B930342FAEA9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06" creationId="{1112DDEA-1AA4-B5B1-6C93-8BD87AAEF588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07" creationId="{21D7058A-64D0-A2E4-01FE-9D98A6E7C454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08" creationId="{0D467C93-1CE9-7F1C-693F-7E16E9496BB2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09" creationId="{82F54144-A85A-B4F9-23D9-D546E8F756BD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10" creationId="{ED20FF25-A351-3125-A0FE-B963E546012F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11" creationId="{B00D860D-113C-5355-061E-72D065AC141E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12" creationId="{69B31AF8-5F12-915C-CCF0-1A5C5F1C06B0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13" creationId="{197CAB57-CCBA-7F1B-577D-44BDC380BDE1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14" creationId="{77DED0E0-7860-E2AF-8D6B-D936D20879A1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15" creationId="{395F07B2-82B2-DF23-5B04-17BDD5B66127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16" creationId="{A20F14FF-51E9-63A7-B21A-C5AB639B16A5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17" creationId="{59620189-0DBF-BD02-07E5-842ABD286131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18" creationId="{0A26E21C-20C9-98BB-7C42-BDD444E50D3D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19" creationId="{E1793773-A112-497F-A9C7-E1642B755FA2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20" creationId="{3FFA8B3D-054C-4400-9A53-1C3BC88F074B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21" creationId="{4BCED2A9-EB23-80F1-C93E-D10FD6BD8EE6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22" creationId="{E8D6FD1C-3209-77F6-BAF2-D5346DEAF57F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23" creationId="{A73A80DD-B3C4-3C0E-3F2C-D2761B0E3FBB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24" creationId="{35FD15D6-6415-0049-E7B1-21D050FCAD0B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27" creationId="{097930BD-FBEB-4DED-2072-E4A047190896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31" creationId="{D8FF3464-199E-7B5E-8CA5-1AE8FF7FD46D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33" creationId="{CDD67A62-5070-700D-9C27-B5386A05792E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34" creationId="{00D8734E-E8CE-FD1A-2F4F-9E0E103C4C3D}"/>
          </ac:spMkLst>
        </pc:spChg>
        <pc:spChg chg="mod">
          <ac:chgData name="Terence Yang(楊金晶_PSZ)" userId="04050711-1c2b-4376-8c27-98d2e13849ce" providerId="ADAL" clId="{9F3395C2-1C42-496B-8D8D-0B0886CB10DC}" dt="2023-06-15T06:32:16.878" v="875" actId="165"/>
          <ac:spMkLst>
            <pc:docMk/>
            <pc:sldMk cId="1727926669" sldId="632"/>
            <ac:spMk id="136" creationId="{4549292F-58A3-0C7A-392A-102F93683E26}"/>
          </ac:spMkLst>
        </pc:spChg>
        <pc:spChg chg="mod topLvl">
          <ac:chgData name="Terence Yang(楊金晶_PSZ)" userId="04050711-1c2b-4376-8c27-98d2e13849ce" providerId="ADAL" clId="{9F3395C2-1C42-496B-8D8D-0B0886CB10DC}" dt="2023-06-15T06:32:29.400" v="878" actId="164"/>
          <ac:spMkLst>
            <pc:docMk/>
            <pc:sldMk cId="1727926669" sldId="632"/>
            <ac:spMk id="150" creationId="{72FC581F-C476-5D7F-945B-39385B1A9A28}"/>
          </ac:spMkLst>
        </pc:spChg>
        <pc:spChg chg="mod topLvl">
          <ac:chgData name="Terence Yang(楊金晶_PSZ)" userId="04050711-1c2b-4376-8c27-98d2e13849ce" providerId="ADAL" clId="{9F3395C2-1C42-496B-8D8D-0B0886CB10DC}" dt="2023-06-15T06:32:29.400" v="878" actId="164"/>
          <ac:spMkLst>
            <pc:docMk/>
            <pc:sldMk cId="1727926669" sldId="632"/>
            <ac:spMk id="151" creationId="{9664B744-03AE-8E28-6E0E-F696D4DB17AE}"/>
          </ac:spMkLst>
        </pc:spChg>
        <pc:spChg chg="mod topLvl">
          <ac:chgData name="Terence Yang(楊金晶_PSZ)" userId="04050711-1c2b-4376-8c27-98d2e13849ce" providerId="ADAL" clId="{9F3395C2-1C42-496B-8D8D-0B0886CB10DC}" dt="2023-06-15T06:32:29.400" v="878" actId="164"/>
          <ac:spMkLst>
            <pc:docMk/>
            <pc:sldMk cId="1727926669" sldId="632"/>
            <ac:spMk id="152" creationId="{0A54EBD6-FC90-A733-549F-36B93DF571B7}"/>
          </ac:spMkLst>
        </pc:spChg>
        <pc:spChg chg="mod topLvl">
          <ac:chgData name="Terence Yang(楊金晶_PSZ)" userId="04050711-1c2b-4376-8c27-98d2e13849ce" providerId="ADAL" clId="{9F3395C2-1C42-496B-8D8D-0B0886CB10DC}" dt="2023-06-15T06:32:29.400" v="878" actId="164"/>
          <ac:spMkLst>
            <pc:docMk/>
            <pc:sldMk cId="1727926669" sldId="632"/>
            <ac:spMk id="153" creationId="{6DD2E38D-ED65-6C22-0CF8-1ECAD5096F1A}"/>
          </ac:spMkLst>
        </pc:spChg>
        <pc:spChg chg="mod">
          <ac:chgData name="Terence Yang(楊金晶_PSZ)" userId="04050711-1c2b-4376-8c27-98d2e13849ce" providerId="ADAL" clId="{9F3395C2-1C42-496B-8D8D-0B0886CB10DC}" dt="2023-06-15T03:14:11.196" v="576" actId="20577"/>
          <ac:spMkLst>
            <pc:docMk/>
            <pc:sldMk cId="1727926669" sldId="632"/>
            <ac:spMk id="154" creationId="{9FCCF452-0814-3E08-D62A-3EA084DEBFD4}"/>
          </ac:spMkLst>
        </pc:spChg>
        <pc:grpChg chg="add del mod topLvl">
          <ac:chgData name="Terence Yang(楊金晶_PSZ)" userId="04050711-1c2b-4376-8c27-98d2e13849ce" providerId="ADAL" clId="{9F3395C2-1C42-496B-8D8D-0B0886CB10DC}" dt="2023-06-15T06:32:22.426" v="876" actId="165"/>
          <ac:grpSpMkLst>
            <pc:docMk/>
            <pc:sldMk cId="1727926669" sldId="632"/>
            <ac:grpSpMk id="2" creationId="{A8342BED-1032-DAA5-161D-E94F0BE37512}"/>
          </ac:grpSpMkLst>
        </pc:grpChg>
        <pc:grpChg chg="add mod topLvl">
          <ac:chgData name="Terence Yang(楊金晶_PSZ)" userId="04050711-1c2b-4376-8c27-98d2e13849ce" providerId="ADAL" clId="{9F3395C2-1C42-496B-8D8D-0B0886CB10DC}" dt="2023-06-15T06:32:29.400" v="878" actId="164"/>
          <ac:grpSpMkLst>
            <pc:docMk/>
            <pc:sldMk cId="1727926669" sldId="632"/>
            <ac:grpSpMk id="3" creationId="{3347E8B8-C9DA-2A94-41AB-3F0BE5FFFB06}"/>
          </ac:grpSpMkLst>
        </pc:grpChg>
        <pc:grpChg chg="del">
          <ac:chgData name="Terence Yang(楊金晶_PSZ)" userId="04050711-1c2b-4376-8c27-98d2e13849ce" providerId="ADAL" clId="{9F3395C2-1C42-496B-8D8D-0B0886CB10DC}" dt="2023-06-15T03:14:14.051" v="577" actId="478"/>
          <ac:grpSpMkLst>
            <pc:docMk/>
            <pc:sldMk cId="1727926669" sldId="632"/>
            <ac:grpSpMk id="14" creationId="{07938AF5-2F43-89E9-B399-FC245436BDFD}"/>
          </ac:grpSpMkLst>
        </pc:grpChg>
        <pc:grpChg chg="mod ord topLvl">
          <ac:chgData name="Terence Yang(楊金晶_PSZ)" userId="04050711-1c2b-4376-8c27-98d2e13849ce" providerId="ADAL" clId="{9F3395C2-1C42-496B-8D8D-0B0886CB10DC}" dt="2023-06-15T06:32:29.400" v="878" actId="164"/>
          <ac:grpSpMkLst>
            <pc:docMk/>
            <pc:sldMk cId="1727926669" sldId="632"/>
            <ac:grpSpMk id="15" creationId="{CAD79C35-BC05-A444-E500-72DEA476B5BE}"/>
          </ac:grpSpMkLst>
        </pc:grpChg>
        <pc:grpChg chg="add del mod">
          <ac:chgData name="Terence Yang(楊金晶_PSZ)" userId="04050711-1c2b-4376-8c27-98d2e13849ce" providerId="ADAL" clId="{9F3395C2-1C42-496B-8D8D-0B0886CB10DC}" dt="2023-06-15T06:32:16.878" v="875" actId="165"/>
          <ac:grpSpMkLst>
            <pc:docMk/>
            <pc:sldMk cId="1727926669" sldId="632"/>
            <ac:grpSpMk id="137" creationId="{39D8D44A-CA72-1D0A-8B6E-F6A3AC2C8465}"/>
          </ac:grpSpMkLst>
        </pc:grpChg>
        <pc:grpChg chg="add mod">
          <ac:chgData name="Terence Yang(楊金晶_PSZ)" userId="04050711-1c2b-4376-8c27-98d2e13849ce" providerId="ADAL" clId="{9F3395C2-1C42-496B-8D8D-0B0886CB10DC}" dt="2023-06-15T06:32:43.416" v="880" actId="1076"/>
          <ac:grpSpMkLst>
            <pc:docMk/>
            <pc:sldMk cId="1727926669" sldId="632"/>
            <ac:grpSpMk id="138" creationId="{58DBD151-1DC7-5E08-EFC3-C7FE819DF5EB}"/>
          </ac:grpSpMkLst>
        </pc:grpChg>
        <pc:cxnChg chg="mod">
          <ac:chgData name="Terence Yang(楊金晶_PSZ)" userId="04050711-1c2b-4376-8c27-98d2e13849ce" providerId="ADAL" clId="{9F3395C2-1C42-496B-8D8D-0B0886CB10DC}" dt="2023-06-15T06:32:16.878" v="875" actId="165"/>
          <ac:cxnSpMkLst>
            <pc:docMk/>
            <pc:sldMk cId="1727926669" sldId="632"/>
            <ac:cxnSpMk id="125" creationId="{7EF85046-DFA1-F848-FC7D-6049C139B19A}"/>
          </ac:cxnSpMkLst>
        </pc:cxnChg>
        <pc:cxnChg chg="mod">
          <ac:chgData name="Terence Yang(楊金晶_PSZ)" userId="04050711-1c2b-4376-8c27-98d2e13849ce" providerId="ADAL" clId="{9F3395C2-1C42-496B-8D8D-0B0886CB10DC}" dt="2023-06-15T06:32:16.878" v="875" actId="165"/>
          <ac:cxnSpMkLst>
            <pc:docMk/>
            <pc:sldMk cId="1727926669" sldId="632"/>
            <ac:cxnSpMk id="126" creationId="{95371010-FD3B-BD08-411B-BAE19060E34A}"/>
          </ac:cxnSpMkLst>
        </pc:cxnChg>
        <pc:cxnChg chg="mod">
          <ac:chgData name="Terence Yang(楊金晶_PSZ)" userId="04050711-1c2b-4376-8c27-98d2e13849ce" providerId="ADAL" clId="{9F3395C2-1C42-496B-8D8D-0B0886CB10DC}" dt="2023-06-15T06:32:16.878" v="875" actId="165"/>
          <ac:cxnSpMkLst>
            <pc:docMk/>
            <pc:sldMk cId="1727926669" sldId="632"/>
            <ac:cxnSpMk id="128" creationId="{ED875F42-1D84-E2B0-FAD4-FA9D0899296C}"/>
          </ac:cxnSpMkLst>
        </pc:cxnChg>
        <pc:cxnChg chg="mod">
          <ac:chgData name="Terence Yang(楊金晶_PSZ)" userId="04050711-1c2b-4376-8c27-98d2e13849ce" providerId="ADAL" clId="{9F3395C2-1C42-496B-8D8D-0B0886CB10DC}" dt="2023-06-15T06:32:16.878" v="875" actId="165"/>
          <ac:cxnSpMkLst>
            <pc:docMk/>
            <pc:sldMk cId="1727926669" sldId="632"/>
            <ac:cxnSpMk id="129" creationId="{CF175756-F9F6-353B-C881-98F743673186}"/>
          </ac:cxnSpMkLst>
        </pc:cxnChg>
        <pc:cxnChg chg="mod">
          <ac:chgData name="Terence Yang(楊金晶_PSZ)" userId="04050711-1c2b-4376-8c27-98d2e13849ce" providerId="ADAL" clId="{9F3395C2-1C42-496B-8D8D-0B0886CB10DC}" dt="2023-06-15T06:32:16.878" v="875" actId="165"/>
          <ac:cxnSpMkLst>
            <pc:docMk/>
            <pc:sldMk cId="1727926669" sldId="632"/>
            <ac:cxnSpMk id="130" creationId="{6E36FB86-BF48-F79F-DDC0-34CC7C0C034A}"/>
          </ac:cxnSpMkLst>
        </pc:cxnChg>
        <pc:cxnChg chg="mod">
          <ac:chgData name="Terence Yang(楊金晶_PSZ)" userId="04050711-1c2b-4376-8c27-98d2e13849ce" providerId="ADAL" clId="{9F3395C2-1C42-496B-8D8D-0B0886CB10DC}" dt="2023-06-15T06:32:16.878" v="875" actId="165"/>
          <ac:cxnSpMkLst>
            <pc:docMk/>
            <pc:sldMk cId="1727926669" sldId="632"/>
            <ac:cxnSpMk id="132" creationId="{08B69B09-36F9-9EDB-786C-4A4BB44DEF1E}"/>
          </ac:cxnSpMkLst>
        </pc:cxnChg>
        <pc:cxnChg chg="mod">
          <ac:chgData name="Terence Yang(楊金晶_PSZ)" userId="04050711-1c2b-4376-8c27-98d2e13849ce" providerId="ADAL" clId="{9F3395C2-1C42-496B-8D8D-0B0886CB10DC}" dt="2023-06-15T06:32:16.878" v="875" actId="165"/>
          <ac:cxnSpMkLst>
            <pc:docMk/>
            <pc:sldMk cId="1727926669" sldId="632"/>
            <ac:cxnSpMk id="135" creationId="{445A1F31-80FA-3041-29DC-BD86F895374A}"/>
          </ac:cxnSpMkLst>
        </pc:cxnChg>
      </pc:sldChg>
      <pc:sldChg chg="addSp delSp modSp new mod">
        <pc:chgData name="Terence Yang(楊金晶_PSZ)" userId="04050711-1c2b-4376-8c27-98d2e13849ce" providerId="ADAL" clId="{9F3395C2-1C42-496B-8D8D-0B0886CB10DC}" dt="2023-06-15T07:51:29.611" v="886" actId="164"/>
        <pc:sldMkLst>
          <pc:docMk/>
          <pc:sldMk cId="2091773190" sldId="633"/>
        </pc:sldMkLst>
        <pc:spChg chg="del">
          <ac:chgData name="Terence Yang(楊金晶_PSZ)" userId="04050711-1c2b-4376-8c27-98d2e13849ce" providerId="ADAL" clId="{9F3395C2-1C42-496B-8D8D-0B0886CB10DC}" dt="2023-06-15T03:14:25.708" v="579" actId="478"/>
          <ac:spMkLst>
            <pc:docMk/>
            <pc:sldMk cId="2091773190" sldId="633"/>
            <ac:spMk id="2" creationId="{6D55AA8D-88B9-CD67-E113-9EDDAD218061}"/>
          </ac:spMkLst>
        </pc:spChg>
        <pc:spChg chg="del">
          <ac:chgData name="Terence Yang(楊金晶_PSZ)" userId="04050711-1c2b-4376-8c27-98d2e13849ce" providerId="ADAL" clId="{9F3395C2-1C42-496B-8D8D-0B0886CB10DC}" dt="2023-06-15T03:14:25.708" v="579" actId="478"/>
          <ac:spMkLst>
            <pc:docMk/>
            <pc:sldMk cId="2091773190" sldId="633"/>
            <ac:spMk id="3" creationId="{1441A445-9DBB-A132-4024-0CB958AB2646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5" creationId="{3DB41C4C-F1E8-4042-A279-32F6D4F96DE7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6" creationId="{28900B4A-D58E-8B04-87C2-CFD1813FA3F1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13" creationId="{99FBB7A4-79EC-94B5-CB64-635FD8BCE1BB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14" creationId="{E970DA67-84E5-5F91-5319-FBAE620D984A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15" creationId="{4636E189-8AA8-CDBF-20CE-AC215DC5479E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16" creationId="{8432C1A5-3C9F-D7DD-2574-3F9AED609DE6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17" creationId="{7AB22154-3FB9-D57A-5214-DD3B6A2A9535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18" creationId="{17AECEFA-D682-7EB7-B5C2-FEE38C54D16C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19" creationId="{48C70F95-9403-C852-52BF-2AEA007A576C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20" creationId="{E8A374B2-7F2A-491A-B35A-7D76CE64F3AE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21" creationId="{5C04A0DE-2CF5-28F8-3D5B-AF404F6FB0D5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22" creationId="{3E43BDE5-5766-B426-236B-E4A88DAE330E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23" creationId="{62CBFA3E-CE19-FF9B-ADBC-FD161E98FDF1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25" creationId="{65DBD7D1-8389-E2F2-2456-CA507A2DF711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26" creationId="{DBA642DB-2867-9A92-9F44-E23773004B29}"/>
          </ac:spMkLst>
        </pc:spChg>
        <pc:spChg chg="mod topLvl">
          <ac:chgData name="Terence Yang(楊金晶_PSZ)" userId="04050711-1c2b-4376-8c27-98d2e13849ce" providerId="ADAL" clId="{9F3395C2-1C42-496B-8D8D-0B0886CB10DC}" dt="2023-06-15T07:51:29.611" v="886" actId="164"/>
          <ac:spMkLst>
            <pc:docMk/>
            <pc:sldMk cId="2091773190" sldId="633"/>
            <ac:spMk id="27" creationId="{C294D85C-9D7E-9EDC-1113-81520E639EBD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8" creationId="{0B074419-1086-336F-D17E-D9DD87CF4060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9" creationId="{91071C2A-E366-A2DD-A6E4-B4791DC4DC3B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30" creationId="{7B37EDC3-DC00-9448-7605-B4BE8CA6B72A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31" creationId="{09C072FE-D302-0C2B-E588-DFFD690CACAF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32" creationId="{4A144723-1509-665C-E386-0645E01FE1E4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33" creationId="{CBF6CC6E-C33A-2BFD-3790-91E1432B65E2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34" creationId="{6111A977-4F1B-B72E-B759-068A0C2A0409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35" creationId="{887B06E8-5A59-E1F4-EA5A-EEA055058F65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36" creationId="{50FEFE8D-C3B3-0256-F688-D33D3BD5E12E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37" creationId="{C48567AC-7885-746B-069D-0DFDC6745506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38" creationId="{BC3B85AD-A8A0-34B0-D878-D5A279E2A6E3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39" creationId="{728DC37B-4BD1-C82C-2163-E20C099DD9BA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40" creationId="{F001F553-E2DA-D81F-F4B2-A814C2989100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41" creationId="{550F5756-B227-4421-94B2-05769FDE5372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42" creationId="{4314B852-CC5A-82D6-22BD-30A2DFD378E4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43" creationId="{28B896E8-C744-AD2E-0A80-3ED3DA32FDFA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44" creationId="{896387A1-19AB-515B-CAA0-12F9566CA78F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45" creationId="{EF78BB63-D9FE-112D-0915-468FFB3BA715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46" creationId="{95077CA5-CD9F-E9B5-A9B4-FBAD41258F93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47" creationId="{B790B17F-712D-8027-4425-480352489F36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48" creationId="{961DC84D-C524-1DAE-ECD2-80D757D92D94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49" creationId="{BE5DE0A4-9B2B-884C-E324-CAA640C9384A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50" creationId="{D63D406E-2848-E9E4-560E-B512CB524FB9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51" creationId="{F40F75A4-1F71-A6DD-DA00-07B2594F4608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52" creationId="{F5512473-AC8D-C779-5DAC-CC88987B1F90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53" creationId="{F384901B-5ACA-4283-E99A-62E651EBF21E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54" creationId="{F5293645-97EB-BAB4-8AD9-C7EEFF481C20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55" creationId="{42852EBD-AE22-67D3-7710-9831A6BA8B2C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56" creationId="{B132F714-0146-9977-AD84-7AC10AB1DCA5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57" creationId="{B92A39ED-C459-81BA-8E32-AF0B864FF698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01" creationId="{A1E7CBF6-148D-38AD-EB22-8E5C04F328ED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02" creationId="{3CC30B5F-0ED5-99C5-A5DD-4061192D10A9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03" creationId="{AFB03DA4-CD93-0D86-A581-44A18001B775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04" creationId="{23B1E831-D402-6E80-015A-A65F56ABC87C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05" creationId="{6962E583-EC2D-325D-50A1-8966797264B0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06" creationId="{889BC042-4003-F964-5E33-B4A1B4017AB2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07" creationId="{6CF9D170-FA8A-1FC2-0607-8D82C2FA0D37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08" creationId="{9B4785EC-5803-1FEE-887B-694ED2AD17B2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09" creationId="{99911C46-0B83-F423-F6F6-A46B19E4BD45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10" creationId="{0D76F2A3-3A8D-92CC-A41E-8D66B9635E53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11" creationId="{837CD5FC-74E5-B13F-EA30-1B5340E22C6B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12" creationId="{E45BA9DE-4B1A-654C-E39D-F56A0BA87583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13" creationId="{C8C9DE9A-9F1C-CDCC-DB10-AF5759EC15AD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14" creationId="{958264A3-3074-CD01-2F5A-FA20B24FB6AA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15" creationId="{83A4BCDE-CB1B-1939-B1BB-7F9F70C604D2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16" creationId="{7857DBBA-D78C-4E6C-4EE1-D2D83AE58F7B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17" creationId="{701DC3F1-680A-AF1C-4AEF-631229967486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18" creationId="{979848B8-FF9A-E897-5919-0DF6F02D940F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19" creationId="{1A208EBA-1C31-2EC3-8369-7FFF9E3EEFF1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31" creationId="{CF350BC9-8BC5-48C2-C553-FF07EA252592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32" creationId="{3957B2BB-2612-9B8A-5704-2A083263EC80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33" creationId="{CDB590F9-E2B4-23F5-010A-D050CB73A8C4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34" creationId="{B4DF770B-5FE7-0996-0798-FD23862D54DA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35" creationId="{39395419-4999-D585-E8E8-B7F151933492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36" creationId="{892B0B6B-7FCA-BD5C-682E-929CD073601A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37" creationId="{486FFA68-F992-5F0E-BB07-920FDB07F9D1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38" creationId="{0FBE3239-958C-3940-1EC2-2FB0951DB339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39" creationId="{DD21ED13-03CF-8596-59E9-7589B222FDCB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40" creationId="{AA44A819-D24E-FE17-7529-0E1A986F063C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41" creationId="{4E723404-8284-2392-E42B-604F82011932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42" creationId="{8D2E7A31-CD41-E138-3005-E7DF04AE76FA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43" creationId="{E50EB509-2187-D733-0EE3-01D485FEE14B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57" creationId="{BDA609D5-2AE4-E1E2-8457-D5F905781A57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58" creationId="{DA952311-EFDE-9ECA-1A87-A5ABF99C8831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59" creationId="{C7849CB7-6E9C-EF72-16B1-FDBF1E92E00E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60" creationId="{71D81BD0-5416-3089-9F26-BDEB76B79306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61" creationId="{B007341B-4F3A-0FEF-AA60-14B9B7E4BB4C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62" creationId="{AC76285D-04BE-9122-5135-81A8A6B83721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63" creationId="{AD049020-4D67-F888-D13D-F3A31B3A8F89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64" creationId="{61F2913E-4F84-E4FE-A3D0-C37D850A7646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65" creationId="{C23BE30A-55FC-27A6-5261-51BFB7BAEE0B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66" creationId="{95B8E07B-6BEA-2099-197B-01FC3A6C2E1B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67" creationId="{F6729B26-1D78-2760-665B-AC53496DAED1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68" creationId="{3DADAE52-02D4-1BF7-AD2D-56ED1522E29D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69" creationId="{D9DF22C6-8846-EC45-7098-949B9875533B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72" creationId="{D4D4BD6C-3368-4432-6A2B-0D76F10F565F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73" creationId="{F91B29EC-BF6D-48CE-316E-D666F236D3A3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74" creationId="{BE970B02-BFD8-514F-B473-596C8B8467F2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75" creationId="{852D4DF9-2228-7790-DEDA-952FB259B5DC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76" creationId="{8F76CD4C-07A4-710F-8B3D-D2E4B3389061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77" creationId="{FF8ABFD8-0CB1-9A13-3FA9-B15F816A37C5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80" creationId="{73084A4E-47CC-4238-CFFF-7477D4EFD2E6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81" creationId="{F6D687D0-873A-16E5-375B-4019286E5F7B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82" creationId="{7355FBD2-AB28-E09D-9C20-C24F7C89422E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83" creationId="{998179AF-B8AC-8D4C-8BF6-AEA174002D3C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84" creationId="{AE91A921-B5A9-7201-0DA0-3FE1AF30FB0A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85" creationId="{D897FC06-88F3-8E4E-471D-AD647B5B748D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86" creationId="{445CCCF6-7F76-6A0B-54F7-DEC48242895C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87" creationId="{B946C7F8-0F26-BB23-7E05-FE046CDA7F2C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88" creationId="{2DE9D714-ADC0-981B-182E-1AFB980A0678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89" creationId="{62B5CE5C-B7FF-1D6D-96B7-5BC96ACE7C37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90" creationId="{F4C199CD-749E-6B09-E9D2-797BC5DC856D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91" creationId="{9A3E9AD7-DBC7-31CA-6DEE-3DADA078C1A1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92" creationId="{F195F493-FE9C-14B6-550D-315C0E3F081D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93" creationId="{3D995AFD-E6B5-0CF4-C023-6B5A309249BC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94" creationId="{2486DE93-FE32-9C12-623F-AC9EBBDA1B7D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95" creationId="{C77616FF-0D4E-58C2-8A63-240651596BD7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96" creationId="{99EF06E9-EA69-62AA-29C8-63E54A021C80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97" creationId="{6FC2B2A4-F406-CC74-2635-E2604FA9D019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98" creationId="{3949BC93-7041-5C98-A7C9-2E0724DEA6BE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199" creationId="{5B85D6CD-4309-95CC-EC74-6DC9B51B7DBA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00" creationId="{8BF3728F-C39F-7E31-F5B1-2C13B5E34532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01" creationId="{08D7A31F-9AFB-B429-B5B6-E3F5BF52493F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02" creationId="{FB03DED3-5931-088C-C000-BE85B491E441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03" creationId="{1A88C1E5-93EA-A1B8-9D1A-86C138A5A770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04" creationId="{F16C9C6E-2A55-E9D5-3614-C50DBE64DC64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05" creationId="{80BF58E6-071A-EE1E-784F-11137C50316E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06" creationId="{F8EF699F-A9D6-3A82-1D22-BD85EFEDEE5F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07" creationId="{BE16A029-E843-27F3-A7FD-E3A8A633B84A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08" creationId="{4259849A-0899-524C-2BC3-0D79D70C11D3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09" creationId="{A8AFD105-19B4-71A8-C0D4-B0CCE9CD372C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10" creationId="{4E40EFA1-C7EC-24AB-63A8-75E0BE9F7B33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11" creationId="{24981539-D5E2-39EA-1133-18685CE5C49D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12" creationId="{FF09B5D6-0B45-F349-A832-F32B5224D11A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13" creationId="{15A8DA83-847B-0D14-75F2-B41C53D59825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14" creationId="{1D027C1A-10D1-B3C9-3871-CE40A1F5DEDF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15" creationId="{A771C7ED-8C4A-6DE0-A964-BC27FD1E51D0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16" creationId="{5F3F82A1-905B-F72F-B844-096E6DCC8BC1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17" creationId="{48F5C455-512F-6FDB-2325-0A765B2FE18F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18" creationId="{125CD637-2EDA-AC84-EBF8-BC855F40CEAF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19" creationId="{7CCE1F90-1DC0-EB30-5750-7AEB62B4A2AA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20" creationId="{FF5A9218-6B23-3839-F872-921D6D11AB03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21" creationId="{9B93229E-3679-BD87-7864-E006A0ECA439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22" creationId="{DA5DDDA8-A7EE-2273-7110-B7A0FBA0FE53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23" creationId="{97D490C1-F302-C942-62E4-D3183B7F878F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24" creationId="{9C9C9069-744E-3141-BD3B-1C321BB9DC77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25" creationId="{86F65E73-AA29-4800-AE80-DBE766104009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26" creationId="{0D5C9C97-DBC9-63BE-162A-70D7CDC9B886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27" creationId="{09C8E254-405B-B791-FFA6-D76EEF659491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28" creationId="{904CF3BF-614B-CF47-FA5F-2462FD0A14C7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29" creationId="{81A584FC-798C-3CAA-EB8C-9D0B5617613B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30" creationId="{6F08F3CF-F4B0-400E-213A-19D9DAA1A281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31" creationId="{24FCB8F7-8982-CAF5-9AD7-1FD7B949A6BA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32" creationId="{2981AA9C-51BA-05A8-0EFF-5728728E68EC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33" creationId="{C6A5E5FA-F3C0-31DE-E21D-CD279FFA144B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34" creationId="{EA80D0F8-6C62-9A77-2A3F-E1F0B894E4A6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35" creationId="{564A7255-106C-5470-BFF2-8E75912BBDE0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36" creationId="{F93EA130-ED79-D7C0-A3BC-B218A08C7AFB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37" creationId="{41093F60-2E72-0E9D-04D7-45AA1A056852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38" creationId="{3981AB90-1DED-130F-D7CB-F056CF603D33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39" creationId="{4C79B29E-4998-D2BC-589F-D3531FDB1BBE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40" creationId="{6F874433-42D1-302C-D10D-0E2A0BEB49FB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41" creationId="{CDA609CB-3201-A43A-15EC-5FE9DB0C005E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42" creationId="{9C85C50B-963D-2965-C947-C6110E28C7C4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43" creationId="{4470E40E-06F4-3E00-688B-134751CDB8A2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44" creationId="{7E973ADF-77B2-9F82-AB8D-4B48BB7C469C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45" creationId="{A107A46F-D6D3-BB87-05A9-64C6CBCB2783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46" creationId="{88FB69B8-F3D6-2F79-FD32-F56EE1861E6B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47" creationId="{99C82C69-98B9-87BA-E2C4-FEA85E35B180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48" creationId="{E92789F5-42EA-57F5-9873-CD69445B1D7F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49" creationId="{4DD1D3F5-4CD2-7675-3BE5-9ECC957A30F7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57" creationId="{84A31154-0770-FFA3-9EF7-C2CF78AC253F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58" creationId="{6B356076-9985-96E3-4742-613B1CD441A9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59" creationId="{930EEF14-BEEE-1524-63B1-776596BDA829}"/>
          </ac:spMkLst>
        </pc:spChg>
        <pc:spChg chg="mod">
          <ac:chgData name="Terence Yang(楊金晶_PSZ)" userId="04050711-1c2b-4376-8c27-98d2e13849ce" providerId="ADAL" clId="{9F3395C2-1C42-496B-8D8D-0B0886CB10DC}" dt="2023-06-15T03:15:04.116" v="599" actId="165"/>
          <ac:spMkLst>
            <pc:docMk/>
            <pc:sldMk cId="2091773190" sldId="633"/>
            <ac:spMk id="260" creationId="{8446D2F5-A984-4225-921F-A8476CA9F3AE}"/>
          </ac:spMkLst>
        </pc:spChg>
        <pc:spChg chg="add mod">
          <ac:chgData name="Terence Yang(楊金晶_PSZ)" userId="04050711-1c2b-4376-8c27-98d2e13849ce" providerId="ADAL" clId="{9F3395C2-1C42-496B-8D8D-0B0886CB10DC}" dt="2023-06-15T03:14:49.747" v="597" actId="20577"/>
          <ac:spMkLst>
            <pc:docMk/>
            <pc:sldMk cId="2091773190" sldId="633"/>
            <ac:spMk id="279" creationId="{1727D4BD-EC98-5A71-DCDC-486946069DD2}"/>
          </ac:spMkLst>
        </pc:spChg>
        <pc:spChg chg="add mod">
          <ac:chgData name="Terence Yang(楊金晶_PSZ)" userId="04050711-1c2b-4376-8c27-98d2e13849ce" providerId="ADAL" clId="{9F3395C2-1C42-496B-8D8D-0B0886CB10DC}" dt="2023-06-15T03:15:15.625" v="601" actId="571"/>
          <ac:spMkLst>
            <pc:docMk/>
            <pc:sldMk cId="2091773190" sldId="633"/>
            <ac:spMk id="280" creationId="{39A79EFA-1FDD-E548-45B3-287AA862413E}"/>
          </ac:spMkLst>
        </pc:spChg>
        <pc:spChg chg="add mod">
          <ac:chgData name="Terence Yang(楊金晶_PSZ)" userId="04050711-1c2b-4376-8c27-98d2e13849ce" providerId="ADAL" clId="{9F3395C2-1C42-496B-8D8D-0B0886CB10DC}" dt="2023-06-15T03:15:15.625" v="601" actId="571"/>
          <ac:spMkLst>
            <pc:docMk/>
            <pc:sldMk cId="2091773190" sldId="633"/>
            <ac:spMk id="308" creationId="{06A897F3-EFB2-C4D7-23AD-1264477F5EB3}"/>
          </ac:spMkLst>
        </pc:spChg>
        <pc:spChg chg="add mod">
          <ac:chgData name="Terence Yang(楊金晶_PSZ)" userId="04050711-1c2b-4376-8c27-98d2e13849ce" providerId="ADAL" clId="{9F3395C2-1C42-496B-8D8D-0B0886CB10DC}" dt="2023-06-15T03:15:15.625" v="601" actId="571"/>
          <ac:spMkLst>
            <pc:docMk/>
            <pc:sldMk cId="2091773190" sldId="633"/>
            <ac:spMk id="309" creationId="{FC370DF6-E7C2-EDCF-ABFE-A8713DFB6221}"/>
          </ac:spMkLst>
        </pc:spChg>
        <pc:spChg chg="add mod">
          <ac:chgData name="Terence Yang(楊金晶_PSZ)" userId="04050711-1c2b-4376-8c27-98d2e13849ce" providerId="ADAL" clId="{9F3395C2-1C42-496B-8D8D-0B0886CB10DC}" dt="2023-06-15T03:15:15.625" v="601" actId="571"/>
          <ac:spMkLst>
            <pc:docMk/>
            <pc:sldMk cId="2091773190" sldId="633"/>
            <ac:spMk id="310" creationId="{3CBA623D-1459-4A8C-71E9-09BBF1B57089}"/>
          </ac:spMkLst>
        </pc:spChg>
        <pc:spChg chg="add mod">
          <ac:chgData name="Terence Yang(楊金晶_PSZ)" userId="04050711-1c2b-4376-8c27-98d2e13849ce" providerId="ADAL" clId="{9F3395C2-1C42-496B-8D8D-0B0886CB10DC}" dt="2023-06-15T03:15:15.625" v="601" actId="571"/>
          <ac:spMkLst>
            <pc:docMk/>
            <pc:sldMk cId="2091773190" sldId="633"/>
            <ac:spMk id="311" creationId="{5862368E-7593-6BE5-36C6-CF1AAD80FD92}"/>
          </ac:spMkLst>
        </pc:spChg>
        <pc:spChg chg="add mod">
          <ac:chgData name="Terence Yang(楊金晶_PSZ)" userId="04050711-1c2b-4376-8c27-98d2e13849ce" providerId="ADAL" clId="{9F3395C2-1C42-496B-8D8D-0B0886CB10DC}" dt="2023-06-15T03:15:15.625" v="601" actId="571"/>
          <ac:spMkLst>
            <pc:docMk/>
            <pc:sldMk cId="2091773190" sldId="633"/>
            <ac:spMk id="312" creationId="{91A98D09-F054-B8E8-E5A1-657084EF6C96}"/>
          </ac:spMkLst>
        </pc:spChg>
        <pc:spChg chg="add mod">
          <ac:chgData name="Terence Yang(楊金晶_PSZ)" userId="04050711-1c2b-4376-8c27-98d2e13849ce" providerId="ADAL" clId="{9F3395C2-1C42-496B-8D8D-0B0886CB10DC}" dt="2023-06-15T03:15:15.625" v="601" actId="571"/>
          <ac:spMkLst>
            <pc:docMk/>
            <pc:sldMk cId="2091773190" sldId="633"/>
            <ac:spMk id="313" creationId="{FECC88FC-44DF-66B9-5FA7-0DCB1C0E57CF}"/>
          </ac:spMkLst>
        </pc:spChg>
        <pc:spChg chg="add mod">
          <ac:chgData name="Terence Yang(楊金晶_PSZ)" userId="04050711-1c2b-4376-8c27-98d2e13849ce" providerId="ADAL" clId="{9F3395C2-1C42-496B-8D8D-0B0886CB10DC}" dt="2023-06-15T03:15:15.625" v="601" actId="571"/>
          <ac:spMkLst>
            <pc:docMk/>
            <pc:sldMk cId="2091773190" sldId="633"/>
            <ac:spMk id="314" creationId="{AAE4C253-EC79-2BEE-3473-6542C83331CE}"/>
          </ac:spMkLst>
        </pc:spChg>
        <pc:spChg chg="add mod">
          <ac:chgData name="Terence Yang(楊金晶_PSZ)" userId="04050711-1c2b-4376-8c27-98d2e13849ce" providerId="ADAL" clId="{9F3395C2-1C42-496B-8D8D-0B0886CB10DC}" dt="2023-06-15T03:15:15.625" v="601" actId="571"/>
          <ac:spMkLst>
            <pc:docMk/>
            <pc:sldMk cId="2091773190" sldId="633"/>
            <ac:spMk id="315" creationId="{746D05EA-3C61-2A3D-4133-6DA5CC067482}"/>
          </ac:spMkLst>
        </pc:spChg>
        <pc:spChg chg="add mod">
          <ac:chgData name="Terence Yang(楊金晶_PSZ)" userId="04050711-1c2b-4376-8c27-98d2e13849ce" providerId="ADAL" clId="{9F3395C2-1C42-496B-8D8D-0B0886CB10DC}" dt="2023-06-15T03:15:15.625" v="601" actId="571"/>
          <ac:spMkLst>
            <pc:docMk/>
            <pc:sldMk cId="2091773190" sldId="633"/>
            <ac:spMk id="316" creationId="{586EA622-1FEC-F6DE-D942-52DA4CAF1950}"/>
          </ac:spMkLst>
        </pc:spChg>
        <pc:spChg chg="add mod">
          <ac:chgData name="Terence Yang(楊金晶_PSZ)" userId="04050711-1c2b-4376-8c27-98d2e13849ce" providerId="ADAL" clId="{9F3395C2-1C42-496B-8D8D-0B0886CB10DC}" dt="2023-06-15T03:15:15.625" v="601" actId="571"/>
          <ac:spMkLst>
            <pc:docMk/>
            <pc:sldMk cId="2091773190" sldId="633"/>
            <ac:spMk id="317" creationId="{1285A724-1E19-5379-7158-0F4ADACC2AA9}"/>
          </ac:spMkLst>
        </pc:spChg>
        <pc:spChg chg="add mod">
          <ac:chgData name="Terence Yang(楊金晶_PSZ)" userId="04050711-1c2b-4376-8c27-98d2e13849ce" providerId="ADAL" clId="{9F3395C2-1C42-496B-8D8D-0B0886CB10DC}" dt="2023-06-15T03:15:15.625" v="601" actId="571"/>
          <ac:spMkLst>
            <pc:docMk/>
            <pc:sldMk cId="2091773190" sldId="633"/>
            <ac:spMk id="318" creationId="{B73788E7-EEE1-07FE-52E3-CC20E5CF3B20}"/>
          </ac:spMkLst>
        </pc:spChg>
        <pc:spChg chg="add mod">
          <ac:chgData name="Terence Yang(楊金晶_PSZ)" userId="04050711-1c2b-4376-8c27-98d2e13849ce" providerId="ADAL" clId="{9F3395C2-1C42-496B-8D8D-0B0886CB10DC}" dt="2023-06-15T03:15:15.625" v="601" actId="571"/>
          <ac:spMkLst>
            <pc:docMk/>
            <pc:sldMk cId="2091773190" sldId="633"/>
            <ac:spMk id="319" creationId="{8A86F5EE-996E-883D-F96E-BA97523CE4AF}"/>
          </ac:spMkLst>
        </pc:spChg>
        <pc:grpChg chg="add del 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4" creationId="{EBF1B7FD-E9A1-05A4-F5EC-BC047215D047}"/>
          </ac:grpSpMkLst>
        </pc:grpChg>
        <pc:grpChg chg="del mod topLvl">
          <ac:chgData name="Terence Yang(楊金晶_PSZ)" userId="04050711-1c2b-4376-8c27-98d2e13849ce" providerId="ADAL" clId="{9F3395C2-1C42-496B-8D8D-0B0886CB10DC}" dt="2023-06-15T03:16:10.896" v="606" actId="478"/>
          <ac:grpSpMkLst>
            <pc:docMk/>
            <pc:sldMk cId="2091773190" sldId="633"/>
            <ac:grpSpMk id="7" creationId="{21A2966C-23FC-1849-BB92-42FA87F9A248}"/>
          </ac:grpSpMkLst>
        </pc:grpChg>
        <pc:grpChg chg="mod topLvl">
          <ac:chgData name="Terence Yang(楊金晶_PSZ)" userId="04050711-1c2b-4376-8c27-98d2e13849ce" providerId="ADAL" clId="{9F3395C2-1C42-496B-8D8D-0B0886CB10DC}" dt="2023-06-15T07:51:29.611" v="886" actId="164"/>
          <ac:grpSpMkLst>
            <pc:docMk/>
            <pc:sldMk cId="2091773190" sldId="633"/>
            <ac:grpSpMk id="8" creationId="{40E85490-4723-E83B-164B-0B3074B20F9B}"/>
          </ac:grpSpMkLst>
        </pc:grpChg>
        <pc:grpChg chg="mod topLvl">
          <ac:chgData name="Terence Yang(楊金晶_PSZ)" userId="04050711-1c2b-4376-8c27-98d2e13849ce" providerId="ADAL" clId="{9F3395C2-1C42-496B-8D8D-0B0886CB10DC}" dt="2023-06-15T07:51:29.611" v="886" actId="164"/>
          <ac:grpSpMkLst>
            <pc:docMk/>
            <pc:sldMk cId="2091773190" sldId="633"/>
            <ac:grpSpMk id="9" creationId="{AA9E0260-85E8-A03F-6A67-A4DA6ADD4198}"/>
          </ac:grpSpMkLst>
        </pc:grpChg>
        <pc:grpChg chg="add del mod topLvl">
          <ac:chgData name="Terence Yang(楊金晶_PSZ)" userId="04050711-1c2b-4376-8c27-98d2e13849ce" providerId="ADAL" clId="{9F3395C2-1C42-496B-8D8D-0B0886CB10DC}" dt="2023-06-15T03:16:06.778" v="605" actId="478"/>
          <ac:grpSpMkLst>
            <pc:docMk/>
            <pc:sldMk cId="2091773190" sldId="633"/>
            <ac:grpSpMk id="10" creationId="{12BC2547-5369-C771-0F0E-8FFEA8F1FE62}"/>
          </ac:grpSpMkLst>
        </pc:grpChg>
        <pc:grpChg chg="del mod topLvl">
          <ac:chgData name="Terence Yang(楊金晶_PSZ)" userId="04050711-1c2b-4376-8c27-98d2e13849ce" providerId="ADAL" clId="{9F3395C2-1C42-496B-8D8D-0B0886CB10DC}" dt="2023-06-15T03:15:38.133" v="602" actId="478"/>
          <ac:grpSpMkLst>
            <pc:docMk/>
            <pc:sldMk cId="2091773190" sldId="633"/>
            <ac:grpSpMk id="11" creationId="{284EB3FB-964C-8C3F-364F-A4C9C5BFA5C0}"/>
          </ac:grpSpMkLst>
        </pc:grpChg>
        <pc:grpChg chg="del mod topLvl">
          <ac:chgData name="Terence Yang(楊金晶_PSZ)" userId="04050711-1c2b-4376-8c27-98d2e13849ce" providerId="ADAL" clId="{9F3395C2-1C42-496B-8D8D-0B0886CB10DC}" dt="2023-06-15T03:15:38.133" v="602" actId="478"/>
          <ac:grpSpMkLst>
            <pc:docMk/>
            <pc:sldMk cId="2091773190" sldId="633"/>
            <ac:grpSpMk id="12" creationId="{F37DBC6D-29B6-A9C1-C3AF-A90128EEDC65}"/>
          </ac:grpSpMkLst>
        </pc:grpChg>
        <pc:grpChg chg="add del mod topLvl">
          <ac:chgData name="Terence Yang(楊金晶_PSZ)" userId="04050711-1c2b-4376-8c27-98d2e13849ce" providerId="ADAL" clId="{9F3395C2-1C42-496B-8D8D-0B0886CB10DC}" dt="2023-06-15T07:51:29.611" v="886" actId="164"/>
          <ac:grpSpMkLst>
            <pc:docMk/>
            <pc:sldMk cId="2091773190" sldId="633"/>
            <ac:grpSpMk id="24" creationId="{ACF47759-F9F3-3EAC-5CC7-06743F92483F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91" creationId="{5402D022-688A-2F3C-5D0C-DB87C4C9220F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92" creationId="{276B9F4D-3A7E-3D96-F969-C22F07588A57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93" creationId="{0F35FD5A-AF00-BF41-B8D8-2694EDE7996D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94" creationId="{8B7C8051-7F74-15A5-5E52-DE916FF84734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95" creationId="{F33D7AF2-9ABF-1AB5-02DE-54CB0D1D9FFF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96" creationId="{87A692BC-92A2-DAF4-D486-A01A1B858827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97" creationId="{E8CF8A2F-1446-C98A-EA14-3BC3669E3D37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98" creationId="{01BDE114-0216-CCAA-CE74-ED9F62EFF2C0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99" creationId="{DEE537AF-0AE1-0D24-DA9E-D93E15500649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00" creationId="{817C2F79-BF7B-D0AE-D316-8C08F3238C94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20" creationId="{397BDD60-DBF1-D159-84D1-63BE0334D582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21" creationId="{437D1D59-1B1D-7418-3E88-9E3EC48F668F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22" creationId="{F5C2E693-8CE7-6B20-A4BA-8BFB0227DB56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23" creationId="{D6A0A6C8-E487-9E39-03AB-71A4D70D36DB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24" creationId="{658C4E40-2A13-07D0-2ADF-3CB2EE528C8C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25" creationId="{E3541E0D-3B70-288D-2A2E-9E8E315406A3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26" creationId="{E2F5D066-2DAA-6697-3548-83EAC7F070BD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27" creationId="{ABE4D7D4-DD3D-AE53-7D19-58EF0A876015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28" creationId="{8ABB4DB3-FC47-8469-5ADE-2C1FA85496F6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29" creationId="{DD82ED79-6269-300F-1408-D997438E2ED1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30" creationId="{BDF78BF1-25FC-58C2-E34C-9970E2DAF85C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44" creationId="{E4C7BAE7-7AAB-4C1D-EDCC-191E31FCC362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45" creationId="{3BCB8AAD-1266-F728-9E25-E52610A516D5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46" creationId="{43D12E44-57EC-A88F-8AF0-95A08D81942D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47" creationId="{B62974C2-EA60-3B6F-66FA-B9D093B04B8C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48" creationId="{50A4A2C8-3A86-9851-59FD-F949A47BAEF1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49" creationId="{A38EDC80-9A38-E5A5-064B-3FC9864F43FE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50" creationId="{F1C3E9C6-31CE-DF8D-2F36-13739DEC955A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51" creationId="{0C901494-90C5-BA2E-DC13-E98360A1EC2E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52" creationId="{40D33B1B-C94D-51B7-FD89-7AF5EE72EB55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53" creationId="{EB78DB9E-F0D3-11B1-3AAC-AEAC4796BE8D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54" creationId="{8730CC61-6F43-AEB5-42D2-5719E04C3E6E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55" creationId="{5BC3D599-7FB2-B2DB-0C3C-091EC6DB841E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78" creationId="{1BE95BED-F65E-ADC3-548B-5A868419F69C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179" creationId="{7C437F9F-3584-F2D6-6087-D686AC04BD1B}"/>
          </ac:grpSpMkLst>
        </pc:grpChg>
        <pc:grpChg chg="mod">
          <ac:chgData name="Terence Yang(楊金晶_PSZ)" userId="04050711-1c2b-4376-8c27-98d2e13849ce" providerId="ADAL" clId="{9F3395C2-1C42-496B-8D8D-0B0886CB10DC}" dt="2023-06-15T03:15:04.116" v="599" actId="165"/>
          <ac:grpSpMkLst>
            <pc:docMk/>
            <pc:sldMk cId="2091773190" sldId="633"/>
            <ac:grpSpMk id="250" creationId="{314115EE-39C1-0B08-0DB1-FA193A1953FB}"/>
          </ac:grpSpMkLst>
        </pc:grpChg>
        <pc:grpChg chg="add mod">
          <ac:chgData name="Terence Yang(楊金晶_PSZ)" userId="04050711-1c2b-4376-8c27-98d2e13849ce" providerId="ADAL" clId="{9F3395C2-1C42-496B-8D8D-0B0886CB10DC}" dt="2023-06-15T03:15:15.625" v="601" actId="571"/>
          <ac:grpSpMkLst>
            <pc:docMk/>
            <pc:sldMk cId="2091773190" sldId="633"/>
            <ac:grpSpMk id="281" creationId="{CF467045-27E9-2F94-245E-EA39E1D6E879}"/>
          </ac:grpSpMkLst>
        </pc:grpChg>
        <pc:grpChg chg="add mod">
          <ac:chgData name="Terence Yang(楊金晶_PSZ)" userId="04050711-1c2b-4376-8c27-98d2e13849ce" providerId="ADAL" clId="{9F3395C2-1C42-496B-8D8D-0B0886CB10DC}" dt="2023-06-15T03:15:15.625" v="601" actId="571"/>
          <ac:grpSpMkLst>
            <pc:docMk/>
            <pc:sldMk cId="2091773190" sldId="633"/>
            <ac:grpSpMk id="288" creationId="{50F9A272-208E-FA83-D0C3-9BB3A1AFECCE}"/>
          </ac:grpSpMkLst>
        </pc:grpChg>
        <pc:grpChg chg="add mod">
          <ac:chgData name="Terence Yang(楊金晶_PSZ)" userId="04050711-1c2b-4376-8c27-98d2e13849ce" providerId="ADAL" clId="{9F3395C2-1C42-496B-8D8D-0B0886CB10DC}" dt="2023-06-15T07:51:29.611" v="886" actId="164"/>
          <ac:grpSpMkLst>
            <pc:docMk/>
            <pc:sldMk cId="2091773190" sldId="633"/>
            <ac:grpSpMk id="320" creationId="{A2C09F54-9E7A-4210-4388-CB0C2A65530C}"/>
          </ac:grpSpMkLst>
        </pc:grp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58" creationId="{22BBE329-2382-F264-396F-400628D724BD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59" creationId="{85BFA1F2-9DE8-C1B8-300A-F88A8B3ED252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60" creationId="{B25CF6FC-C6D7-FFF4-E5CA-92358F552FCE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61" creationId="{22A0EE29-A9A0-A462-5D00-EC52B9400FAF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62" creationId="{CC2852AD-748F-1B65-3BA9-486E7B7AB310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63" creationId="{5C790A4D-B36C-FFC1-68CF-7AA6799FAB1A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64" creationId="{85BC0081-A2B1-4D9B-0D1E-F2C8570D7575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65" creationId="{8BB3CE8B-D62C-C219-2F05-CE0CD15289CA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66" creationId="{51FDA4A4-B68D-1FF5-A667-0B6FC174300C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67" creationId="{D68D8653-43E8-5C6D-B998-049080D2C6E4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68" creationId="{37D71052-1B25-6D0B-2590-E1B8C17EA1FA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69" creationId="{A61B1B21-3FF1-8D69-3565-B7B467ADC5E3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70" creationId="{7CB5F004-1066-BCEB-1D9B-0874D19B0F83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71" creationId="{39F1EC9E-5DE3-9B8A-6EF6-0C45B376E4CC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72" creationId="{10B9E6A8-9BD9-1854-781C-419455B22787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73" creationId="{204213C3-C1BA-BCD6-5F4F-D00D5506A1FC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74" creationId="{F4504907-001E-D9D8-E7AD-17750CBF5244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75" creationId="{4348750E-22C2-873F-7F86-2F87452F0954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76" creationId="{2B8FB19F-3938-E218-5023-D1599EA405A2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77" creationId="{C2E6A493-D120-4525-22C4-819B793F3762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78" creationId="{301BF1E2-3DDF-B30D-494B-F2568C38760B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79" creationId="{5F0ADEBE-3E03-03C7-7BC5-FB0DDDF68F1B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80" creationId="{4A5D72F6-AB56-7911-8938-EE849FDA5D22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81" creationId="{12386025-219A-8A04-D8CA-59D78B2917D1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82" creationId="{5C7A329E-7402-3B3A-5FEF-70160F3508F7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83" creationId="{959EA50F-3C45-01FF-DA4A-D639FFBC7D99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84" creationId="{0A3502FB-519B-A83F-74A7-1A90C16417E6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85" creationId="{323AF5CA-04B5-823E-7987-F40269A8ACE8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86" creationId="{A40030B6-9853-26C7-65EB-BCD1AC5D59E2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87" creationId="{A87A5053-F167-183B-C9C1-97EE23DDAE71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88" creationId="{99B62CFA-AF14-2CBD-83E5-5E94C7ECE91B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89" creationId="{DC6D7C89-7A8D-0190-3F3D-299753F57747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90" creationId="{27704134-3170-7B8C-0256-4ABC28ED72C7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156" creationId="{67812025-B4FD-872B-2BCC-4835A92DE272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170" creationId="{9ECA07D7-374C-9BC1-40DD-9D033D6DA7E4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171" creationId="{09A3FF52-E656-D173-01F9-1ED0FF23246C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51" creationId="{D62108EC-86EF-2E12-1EBD-3B83AEAD1DC7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52" creationId="{7E740E16-A334-2FD9-210C-8128FDC0DC7C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53" creationId="{52CE3FCF-46E6-D83A-B0BB-3280BDCD1B3A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54" creationId="{931BCBB2-F581-CC1F-6DAB-4179754250A0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55" creationId="{BC92A321-499A-F161-A4B8-425ABA50121C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56" creationId="{60B5DBC3-2907-3FE0-67D8-5A612CDB3412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61" creationId="{7107DA91-392D-D346-053C-AA7AD5655CC3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62" creationId="{67CB7813-7717-E66A-7460-9E97AD32F149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63" creationId="{48570744-0DBF-ACCD-43FE-5470B07366D2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64" creationId="{C12AA0AB-B2F6-49A5-E30C-BA0E89C774A2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65" creationId="{3D7B1091-166D-EF80-B561-5D7DD7E4C392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66" creationId="{4E3BE264-100C-F9EE-BD1D-771BE1A9BC02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67" creationId="{9EBAC0EB-9EEC-65DD-40E0-DE91C8430313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68" creationId="{5651983E-895A-58EC-3BF6-E587399EECAD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69" creationId="{9EE097DE-B025-6A46-2210-EC61B33D230A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70" creationId="{4F3BA7AB-78E8-6C57-DAF9-800919E9625B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71" creationId="{8F018DA5-A3B2-74A9-2447-68CE234BE69A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72" creationId="{D5AEE049-2F3E-C149-838D-36A7192504A9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73" creationId="{9F8679BB-0AE6-BD69-3DCD-760AE8C99B4E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74" creationId="{B97B404F-F39A-3B44-17C9-73784B774B20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75" creationId="{9F81B43D-A387-C223-3D11-4B2E1D30877F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76" creationId="{485AA90A-5B56-5835-716E-12F53E7B1769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77" creationId="{851F5273-9AB1-054C-A34D-138881D5C536}"/>
          </ac:cxnSpMkLst>
        </pc:cxnChg>
        <pc:cxnChg chg="mod">
          <ac:chgData name="Terence Yang(楊金晶_PSZ)" userId="04050711-1c2b-4376-8c27-98d2e13849ce" providerId="ADAL" clId="{9F3395C2-1C42-496B-8D8D-0B0886CB10DC}" dt="2023-06-15T03:15:04.116" v="599" actId="165"/>
          <ac:cxnSpMkLst>
            <pc:docMk/>
            <pc:sldMk cId="2091773190" sldId="633"/>
            <ac:cxnSpMk id="278" creationId="{BCB88297-F64D-417F-7DF4-45F85232440C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82" creationId="{DDCE4833-6FB5-FD10-CC54-3D532B69747D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83" creationId="{7108AE84-A5CA-B650-034A-0622438B2538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84" creationId="{7514B5BE-7116-E349-038A-6D5504CEE72F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85" creationId="{295DFBC6-DF06-40A8-7DB5-48415D75E8E9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86" creationId="{C5E9DD78-6140-8A53-BAA1-D6D2A6F76A28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87" creationId="{76C98E00-67FD-80F6-5841-DFD21BE3BED7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89" creationId="{5D682DC0-0162-E824-164C-85AE0E48879A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90" creationId="{AEAE4941-8303-C2F7-9516-AE7CEB14359D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91" creationId="{89A1E64C-D01E-DEAB-DF2E-FEDEE6A9077A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92" creationId="{724B183A-2F98-309F-A736-E86229375836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93" creationId="{AB310EC1-7610-A169-8607-72552FA409B9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94" creationId="{CA2083E7-2C9F-9F06-D3D5-FEEB54B594E4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95" creationId="{2CCEF12F-1681-E885-ECFB-E78A2F0B7CE0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96" creationId="{5EEF21E4-7B02-8D4F-D84C-30AF51DF3FA1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97" creationId="{6F81AE0E-9D65-23C0-47AD-12D1C72E5169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98" creationId="{D8DFC087-BDE8-0E92-A32E-BE90A4C3C1C3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299" creationId="{5D4F8F74-F7B0-1D23-3147-E4E9F17A9A75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300" creationId="{789670D1-B59B-668A-D356-F5DDC60C4A9B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301" creationId="{3E961011-4192-4AEC-98A8-203F8F866118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302" creationId="{61DAB1A7-B783-F46E-E895-68C497F73AE9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303" creationId="{CB692331-5FD2-1BFC-400E-DEFE1783E3A9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304" creationId="{5E2213F8-E71D-0EC8-85D3-CEE42C761D78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305" creationId="{01A61121-B21B-5424-7220-6A1EB1B9F2DD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306" creationId="{FD382E9F-2833-F5F3-1626-2219FC9FD702}"/>
          </ac:cxnSpMkLst>
        </pc:cxnChg>
        <pc:cxnChg chg="mod">
          <ac:chgData name="Terence Yang(楊金晶_PSZ)" userId="04050711-1c2b-4376-8c27-98d2e13849ce" providerId="ADAL" clId="{9F3395C2-1C42-496B-8D8D-0B0886CB10DC}" dt="2023-06-15T03:15:15.625" v="601" actId="571"/>
          <ac:cxnSpMkLst>
            <pc:docMk/>
            <pc:sldMk cId="2091773190" sldId="633"/>
            <ac:cxnSpMk id="307" creationId="{81FC1837-9B2D-7AEA-1180-BEA6087AA00D}"/>
          </ac:cxnSpMkLst>
        </pc:cxnChg>
      </pc:sldChg>
      <pc:sldChg chg="addSp delSp modSp new mod">
        <pc:chgData name="Terence Yang(楊金晶_PSZ)" userId="04050711-1c2b-4376-8c27-98d2e13849ce" providerId="ADAL" clId="{9F3395C2-1C42-496B-8D8D-0B0886CB10DC}" dt="2023-06-15T06:28:02.312" v="873" actId="164"/>
        <pc:sldMkLst>
          <pc:docMk/>
          <pc:sldMk cId="4235030489" sldId="634"/>
        </pc:sldMkLst>
        <pc:spChg chg="del">
          <ac:chgData name="Terence Yang(楊金晶_PSZ)" userId="04050711-1c2b-4376-8c27-98d2e13849ce" providerId="ADAL" clId="{9F3395C2-1C42-496B-8D8D-0B0886CB10DC}" dt="2023-06-15T03:16:36.644" v="608" actId="478"/>
          <ac:spMkLst>
            <pc:docMk/>
            <pc:sldMk cId="4235030489" sldId="634"/>
            <ac:spMk id="2" creationId="{C0DEE3EB-61DF-6F34-A2DD-710D7B0C780A}"/>
          </ac:spMkLst>
        </pc:spChg>
        <pc:spChg chg="del">
          <ac:chgData name="Terence Yang(楊金晶_PSZ)" userId="04050711-1c2b-4376-8c27-98d2e13849ce" providerId="ADAL" clId="{9F3395C2-1C42-496B-8D8D-0B0886CB10DC}" dt="2023-06-15T03:16:36.644" v="608" actId="478"/>
          <ac:spMkLst>
            <pc:docMk/>
            <pc:sldMk cId="4235030489" sldId="634"/>
            <ac:spMk id="3" creationId="{9F00D12A-D323-9179-5D05-A09006055A2A}"/>
          </ac:spMkLst>
        </pc:spChg>
        <pc:spChg chg="add mod">
          <ac:chgData name="Terence Yang(楊金晶_PSZ)" userId="04050711-1c2b-4376-8c27-98d2e13849ce" providerId="ADAL" clId="{9F3395C2-1C42-496B-8D8D-0B0886CB10DC}" dt="2023-06-15T03:16:51.867" v="629" actId="20577"/>
          <ac:spMkLst>
            <pc:docMk/>
            <pc:sldMk cId="4235030489" sldId="634"/>
            <ac:spMk id="4" creationId="{EE30AD50-B9E8-7091-F59D-3FEE866B3E26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5" creationId="{1B8FC4C7-4811-209E-D861-A6F4B3A089AE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6" creationId="{BF676998-48D7-B358-B290-83B403D6F49B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5" creationId="{E10BF446-380D-957A-0E52-6C14BA7F58B3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6" creationId="{12BD729C-EA2D-99D8-949F-2D19F8AF917F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7" creationId="{3B793780-B4E3-3717-B946-56DCB7BCAAA2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8" creationId="{758CD132-93F1-2834-4FEE-4C33735EFA25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30" creationId="{B6CA826A-8569-F7BC-0834-9E047C96EB39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31" creationId="{C9059D2A-72F9-5A8E-41DB-E4E7649D3CE6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32" creationId="{027ED8C4-CF1A-EF4C-3003-CC26B0318463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33" creationId="{70A83017-C06F-F095-2D58-146F38602BCF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34" creationId="{F1F3F07A-FD37-20B7-55C9-C7ACCB685114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35" creationId="{29E96F80-BD62-9A80-5D52-62F5D44B9D28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36" creationId="{90232DBA-2376-35F3-12D3-E080D6CBF152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37" creationId="{C9C8D814-D770-E2AF-BF74-1B1290E8D444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38" creationId="{AE1D9D2D-2B17-42FD-201F-17DEF3B5B208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39" creationId="{D4A4A9E9-D013-7B06-3080-C1CAE40FD436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40" creationId="{1429640B-1922-EC74-F057-850BD5F1BB14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41" creationId="{0348084C-8857-E59D-E185-81CB9D39DAD3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42" creationId="{925A8F5F-BF60-2BE6-CAA5-50124B88B1AB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43" creationId="{A08480A6-F17B-B975-8961-B340BE3AD187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44" creationId="{FF5CFAAE-01A7-BD4D-4351-8F7EC8BE543A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45" creationId="{B253E08F-102E-1F2F-3A7C-EF3CA3448F55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46" creationId="{7EA156B2-30FB-1D2C-DF53-1BE4F997BBBB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47" creationId="{18FC6723-778E-690E-8192-8BCC19EFE418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48" creationId="{52AD1DA6-DB0F-56DB-689F-5B73B86F3A4D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60" creationId="{B27BA590-CCC8-FC5F-C489-99B70D8F9663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61" creationId="{0D430AD2-7BD6-990C-B326-BB82B20E2950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62" creationId="{1955C3E7-A49C-F702-D479-DFC71B1DE773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63" creationId="{732E17AA-4309-FC43-119C-32F5CA44C277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64" creationId="{125508E8-C0F1-0C73-7AF2-04FCE13A7635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65" creationId="{518DD81A-50FE-9AA7-A35A-04572241C1F0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66" creationId="{A752A7D2-80D5-3952-5396-C189E037358C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67" creationId="{30E84947-33A4-E289-34D6-BEBDA87F2E0A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68" creationId="{4887D6DC-32FD-9AFC-6E47-56BC26AB9E1F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69" creationId="{B7637B9E-558F-A5EA-3A1D-20C6AF83A7F3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70" creationId="{954CAC2D-3D22-7443-7D16-DDE6498F8302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71" creationId="{2D7217C9-DC4C-4561-A8E4-5C43E9FC0C45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72" creationId="{92F5F423-6AAE-8B4E-3952-AC35C602204B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86" creationId="{274A571B-9183-5436-25A5-3C44A598DB63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87" creationId="{87F9A6DB-67CB-80EF-1DC9-3BC8B685A290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88" creationId="{B91AA447-DDCC-DA4B-00FB-F41DC413A513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89" creationId="{8F3E700A-3F33-A7FF-6F74-E94E7C70C429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90" creationId="{B453BD28-D428-8BB2-D215-AD8878EF0DC6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91" creationId="{CDB8AAAE-8BB1-066E-5D8B-5CF791091E2B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92" creationId="{8F99628F-581A-CC8E-2096-EA42C4515CAB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93" creationId="{C15FD139-F3C9-CB1F-DEB0-5F9DDC68BA15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94" creationId="{D8E0977C-1F19-492B-C84F-2A04278437B7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95" creationId="{6BFF7F0E-016A-BCDE-C350-F2C0D6B66892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96" creationId="{9D5B7F5C-9899-4D65-5331-7A7097666020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97" creationId="{4EDEA32D-6A1A-30A2-2DB6-E59F4C9C7AFA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98" creationId="{388EDC2F-97A9-2896-6966-A0CCB4DB875D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01" creationId="{9652B02A-DD0C-BAAD-0A11-C0351FD3BEB9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02" creationId="{0A3644A0-657B-BD92-006D-20327CFABFB3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03" creationId="{D3726EF9-DC69-A0EA-4482-ACA6A79B10B2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04" creationId="{B478D917-3C0B-7AF4-7632-9B0A89BF995F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05" creationId="{DB6F9B2C-9E54-ACC0-8C1E-94737AB6ABD0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06" creationId="{FC290929-131E-E403-75A6-51CF874BE6AB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09" creationId="{21DC5828-226C-29D4-A32D-07F561D01E5C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10" creationId="{DC766484-227F-579F-5025-9BFB6DDB06D9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11" creationId="{5CF76F2F-F2B9-E418-25F2-3A1D66207EDC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12" creationId="{DD14A593-8E67-25C4-EF8A-1F768F63FF13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13" creationId="{4E032CC3-1980-920C-2063-0FC089D70657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14" creationId="{DE439F01-173D-5764-8C5B-695F000C1DEF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15" creationId="{5071DAE3-FE28-8C64-39C2-B4229EE880FF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16" creationId="{6F0C6EA6-B7E9-6D4E-A5DF-79B0E633B608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17" creationId="{EAB8A042-B71B-98C6-2C2A-278D5199836A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18" creationId="{9E0BB7EE-1381-52CB-F0BE-43175575439A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19" creationId="{3AA36642-B153-2EC4-D3F0-C72D6E95BCDA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20" creationId="{5BD3D123-2A4B-A3A8-E0C7-07DE26C0C544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21" creationId="{CA86214A-8FF3-0DBF-4CEF-2559946366B1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22" creationId="{81D2644F-1DD5-EE96-E130-7C4A9587C71A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23" creationId="{FE2A6E2D-0667-E79D-8751-D26192888B44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24" creationId="{6D4CE11C-D299-C341-0F66-09F1C06F4CFF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25" creationId="{D2E4B137-3EB2-8C8D-A9CE-15ED5711610D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26" creationId="{8CA674F5-C58A-448D-BF01-7A29944B5C02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27" creationId="{6A26DB7A-ADE1-CE77-545E-C392487171A9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28" creationId="{079DD420-C090-F6BD-9ADA-0A9FCF3B8557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29" creationId="{DAE8F4AC-77B3-402A-0414-4E3D2186FF08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30" creationId="{AF1B9A20-C3EE-E86F-9E22-FC2D721F820F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31" creationId="{9B1C79E9-8C69-6542-037B-99C8918E8579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32" creationId="{B5352B23-71AA-1ECC-ACFF-778B59AF75D2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33" creationId="{5057075E-4FDD-1AF9-CE72-050AADC499D4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34" creationId="{042D9EB0-33BB-6546-4BED-894F87E6ECDD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35" creationId="{26EA9D2A-18E2-E917-924B-EAADFE637BF8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36" creationId="{D2EFCBF2-EF78-7512-CF54-92A993C52C48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37" creationId="{940530E8-FB2C-8483-3260-021F0E76D296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38" creationId="{399B97C4-219A-1732-BD21-22E20BD002BF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39" creationId="{182160E8-72C3-CF42-E48F-172B6790960F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40" creationId="{87245BA5-21E2-E859-1A4B-FE9332ABC9CA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41" creationId="{409CAB23-3FD6-6875-A18B-5508C3A359BC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42" creationId="{BEF63E7F-D630-3BEC-E463-FA26B2A75379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43" creationId="{D47E2D5F-85F5-90F1-2718-A20294BB77BC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44" creationId="{CFF4D1F6-8BB8-7DDD-3454-A6D48229B839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45" creationId="{E74F5830-62D9-42B0-0EA8-FDC009E6EB1D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46" creationId="{EC9FE3EC-81E9-28EC-53D3-71675DE3D815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47" creationId="{BD375A29-5CCC-F555-BCCD-C12FE5017CFB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48" creationId="{E93652D2-DB8F-FF78-2B64-0D3E8277193D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49" creationId="{625DD9EB-A8D3-FF68-69C6-859C2EE22556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50" creationId="{BBE998C7-5003-F7B1-34BF-F893829D6D80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51" creationId="{3D165025-AA94-AD14-168D-B1155E8A831B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52" creationId="{058F51A5-43DC-DB94-6CB2-BDA4D5521D98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53" creationId="{D69E3E1E-1C46-FDDC-86A4-34E1E5955874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54" creationId="{950C941A-C8E2-61CF-EB1A-96569F2E9C72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55" creationId="{387A9614-8683-70CD-E040-864C1BDE7638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56" creationId="{281D1378-F123-2430-3127-8377DFFD9C64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57" creationId="{6A79EE81-E78D-2BF1-8923-A08235091146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58" creationId="{BEE7DC41-181E-FC26-86CF-004BB6729C82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59" creationId="{D84C70B0-EDEC-DA69-C55D-8721D29D3EB8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60" creationId="{FF83D4B5-DE3D-FBD7-5D9D-D8946AE2D8F2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61" creationId="{04F94698-9A1E-3DC3-6B73-CE260916A0E9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62" creationId="{1ADE93CB-DD36-95A4-A4EB-5CCA66F01595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63" creationId="{07E3FDC6-4A91-D555-3B3A-F7D28787C492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64" creationId="{7E000094-C977-8511-1351-C3B46C5AE8C0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65" creationId="{D07983AD-D390-ED0C-B99A-8A737A8566AD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66" creationId="{70823211-B23A-49FE-818F-65DB55EF4C1B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67" creationId="{39AA6EAC-F26C-0D0F-D69D-A0EF651CD974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68" creationId="{4E8D4B4D-CE75-B0A0-595F-3E1B7192B78D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69" creationId="{C0637794-4405-CD02-9C81-36D3BEC1BFC6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70" creationId="{5D35F7C5-D9E5-C6BC-174B-CA5C37D9F131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71" creationId="{ED756F3B-10BA-8DF1-F2F8-07FA4CF78FEC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72" creationId="{130C2667-E831-A603-3817-82B447A3D0C4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73" creationId="{2B73DBC4-A3F7-B3D7-66E5-8BDE73754011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74" creationId="{A217BB91-BC65-1305-AEB5-AD17EC19BECB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75" creationId="{1081888C-D470-F331-6114-E0CE3CAAB19B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76" creationId="{EEEE6358-40F3-D0DC-8A58-DEE03138432C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77" creationId="{94E93577-CDA4-D7A1-3CFB-8E1C62E4F823}"/>
          </ac:spMkLst>
        </pc:spChg>
        <pc:spChg chg="mod">
          <ac:chgData name="Terence Yang(楊金晶_PSZ)" userId="04050711-1c2b-4376-8c27-98d2e13849ce" providerId="ADAL" clId="{9F3395C2-1C42-496B-8D8D-0B0886CB10DC}" dt="2023-06-15T03:16:58.965" v="630"/>
          <ac:spMkLst>
            <pc:docMk/>
            <pc:sldMk cId="4235030489" sldId="634"/>
            <ac:spMk id="178" creationId="{281DAF61-8158-F7BB-2EF1-CF3D6D488935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79" creationId="{88B7FD1D-654E-E92B-0239-816918DAA3AB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80" creationId="{64727F15-480E-D74A-E1CB-1B07E8680956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81" creationId="{CCE717B3-14C0-8F95-2A7A-CB4E4248E5BA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82" creationId="{FC59F234-6983-C42F-D9D9-E279A33029C4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83" creationId="{AD3E3563-450C-768E-626C-7A1CD4838731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84" creationId="{4A82CD60-2A46-BD1C-2958-9D4734605D62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85" creationId="{96131C8D-549A-C2FF-1388-8C1793E4CA66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86" creationId="{C0DED741-146D-B7B8-818C-309EF224D04E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87" creationId="{5BAA90B5-52F3-7031-9CE7-B38715F0C3CE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88" creationId="{2809CDB5-46AC-E3FE-AF55-99ACA2681740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89" creationId="{E79AC1C6-1534-8F63-E163-376B0A2E7754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91" creationId="{58F89F96-F415-CF9C-2707-B4E970B40490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92" creationId="{9017FCFA-DB9C-F60E-CF34-D42D908C73D6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93" creationId="{CBD630B8-9064-2811-E190-217E280145FE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94" creationId="{0FA4A21E-217C-189A-ACEA-C6DAC00ADFB8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95" creationId="{D05A9D0A-632D-3DDB-18CA-D0B94533D7F2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96" creationId="{0C0C87E9-5DBB-D8B0-F472-FC24653B50E5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97" creationId="{CAA8356E-FCAE-85A8-5CE5-868E9743BB00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98" creationId="{DFDE35F5-83DF-F19D-943A-FAC2080CECBE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199" creationId="{126F5CA1-D564-0DFD-8A0B-DE57B922699F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00" creationId="{E8B4DE86-5CC0-29C6-4193-5C88DFD47EAE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01" creationId="{491BF5C0-7332-B44C-BF5A-0E35A4892292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02" creationId="{F0155D4E-C74E-FDBF-7291-1F88C6393E92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03" creationId="{7628B3AD-E566-1D1B-B241-15AFF5BFBEBA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04" creationId="{8FD9801C-527F-4017-8CBE-E8F6FF3F9ACB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05" creationId="{EE46D8CF-9F41-53C3-BBF4-6E641F5B26FA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06" creationId="{4B10E2C1-7EE0-30E6-6746-B4BCFCB9ED78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07" creationId="{8797081A-CCDF-F7F3-4067-FFC1DB401547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08" creationId="{B961F3DA-EE65-F316-F35A-C20D35FAB465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09" creationId="{52C190F4-8DC8-7B26-BC74-6866723872D5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10" creationId="{2504311A-68DD-2D2B-26E0-34EC23448746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11" creationId="{18627E1F-2E1D-78EF-DE8D-A53B95B63C6C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12" creationId="{E6D3C853-077C-A302-B4DB-1097A71B3350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13" creationId="{A8D67CED-CA02-CFDC-8576-D7B8D3CD04D2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14" creationId="{0A3EB58E-AC86-BA6E-B4BA-AC88EE4A6712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15" creationId="{72D1BBCF-46C3-1EB2-3DF8-B04EF6BF3B1B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16" creationId="{C42ABD6A-AE65-9CFA-3A81-333B6A648F11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17" creationId="{73BDF850-C420-0D9B-28F8-07726219EFD3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18" creationId="{5AE20BAB-3272-003D-0318-79418342E3A6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19" creationId="{8269D634-15D8-D6EB-5FD8-007083B962F1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20" creationId="{31654EEE-9059-233F-1F59-CA9576883C63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21" creationId="{8A7B1E98-3CCC-3555-CECE-18E413B04284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22" creationId="{78625113-72BC-A724-4B40-8B61C867BC76}"/>
          </ac:spMkLst>
        </pc:spChg>
        <pc:spChg chg="add 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223" creationId="{AB27834E-96CF-BA34-69A5-2225C2E5B444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32" creationId="{16FF4D7F-B08B-8116-34BA-D0CC66799C29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33" creationId="{3A301458-D799-0007-D92D-0C1C9F51BBE1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34" creationId="{EECF5BC9-C3C6-0B9D-14B2-B629D7906BBB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35" creationId="{50B664FA-BC38-49B6-9D69-AF98679CBEC5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36" creationId="{BA736996-F2F1-44AF-5586-B3276B74EB9D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37" creationId="{0B3B8CF7-C790-0B1F-280D-72D93F54D4FF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38" creationId="{36962DE4-9F0C-11CF-76F2-4683B2D9FB9D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39" creationId="{8AA2BBE2-3A89-C55B-17FC-F900F4997083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40" creationId="{25408890-F919-1380-2E9C-436957CDF42D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41" creationId="{9C7FDB9D-F3A9-4576-DAFC-0F3581B68A91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42" creationId="{DC4BF6C7-B07E-2635-06C7-2122AF088083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43" creationId="{FC2C99F5-0C5B-EA4F-E486-D996A31FC5FB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44" creationId="{7C7A9F08-3B19-9C55-D9E0-5EE8199BB3C7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45" creationId="{1A24E7A7-D868-7102-BEBD-5ECA45CC1417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46" creationId="{30B3649C-C1C0-D8B3-F535-7B2235CC0E73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47" creationId="{35B1B52F-FB0A-7825-56C8-DEC5E46E3069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48" creationId="{58A6FAC8-8F46-8689-A176-00C600FFB61D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49" creationId="{8CFC8724-1F27-40A1-C58B-146F81B22E63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50" creationId="{745677A2-E661-B8C4-6267-6489F0C45EE5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51" creationId="{4E8F024A-4513-449E-BEF1-C099D22A0F3D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52" creationId="{C6082631-1F4C-380B-366A-0C6DC3D7D38E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53" creationId="{CB607509-771B-468C-878A-31950E7F7758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54" creationId="{F2130D75-E93D-0205-2D78-A8D2A2AD7695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55" creationId="{F2F26BEE-A5CF-1BF8-E0D5-9CCAC5144BF4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56" creationId="{32FAF5A3-D1EE-EAB7-EFD3-9D58F474B2D6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57" creationId="{E363C5AA-A02A-2837-3C7A-375A41224942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58" creationId="{B6168055-9D4A-428B-F6D2-4EA07A18543B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59" creationId="{1293AF58-EBA5-DC6C-D131-B9F0328E0FF5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60" creationId="{B4CC1337-9DE1-DA12-4F7D-B3D4987EBFDC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61" creationId="{0234F1A5-497E-BBD4-B669-5F051BF88F9E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62" creationId="{2093051E-8ABE-39C6-F941-FFB4A61F49CC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63" creationId="{E4C5771D-B11C-FD1B-1838-C86EC88B8167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64" creationId="{9AE4A5A7-F3E4-2119-9EBF-BBEEE326979D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65" creationId="{FDC3FE79-59A6-DD93-F5C0-056D69728604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66" creationId="{B5C92CB7-6241-F5E7-A70C-35A1EE46D82D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78" creationId="{F7CB4A18-D613-6300-F98B-504935153D43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79" creationId="{DB9D2262-3262-240F-A0D1-ECDFD84C075A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80" creationId="{560D57D5-C3CB-49D5-5599-E64FFE50E921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81" creationId="{6DA27921-2D64-2C54-47F9-52B40FBAF838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82" creationId="{55815269-41CF-A771-A72F-333CA3FCDFB3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83" creationId="{9A58FE8A-ECBD-5AE3-A46D-FE4A742912EE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84" creationId="{27E30FE4-8526-FB74-3F60-8877340DD362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85" creationId="{31414C52-2298-9C9D-73B4-61CB37E90FB0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86" creationId="{6F7637C1-5AB9-E7F3-822E-B17DFE0527A1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87" creationId="{38452C8E-F555-EC27-4B1E-CD4510F663E5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88" creationId="{39E81FED-907B-0E18-59A9-42627C3C2B6E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89" creationId="{3DBC8FAD-E7B3-7B17-DAEF-61AE345DEB0E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290" creationId="{E1F06989-2410-5575-BD78-B1C970AAA263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05" creationId="{47E37DC9-71F7-A338-968C-918C87ED3122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06" creationId="{0E7C1903-1A19-1A5D-EF66-B4F5D7D5DA98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09" creationId="{FB908536-3124-6090-9418-1F0192A282A0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10" creationId="{BA0BC0BE-32BE-A596-7DC1-FBE740E14DDE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11" creationId="{F5F3DE85-332E-72BC-ACA4-DD275937FA59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12" creationId="{C677482E-4862-AD76-FE61-C77FEC32E8A0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13" creationId="{E4DF2E1F-FAC2-4550-6B89-78A549150CB6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14" creationId="{52F66A3C-613B-3A70-EBB2-DDD9D88EB853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15" creationId="{914FDC11-236F-183F-D32F-2B4187E3F35E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16" creationId="{80241DE9-35A4-C54D-EA81-65B4DE76DD6C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17" creationId="{6B87FC1A-4EA4-34C1-072C-E8C9FBEE6ECC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18" creationId="{4E14F12C-FEDE-6065-1D6E-231E7ABAA209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19" creationId="{BF6A4143-2F37-C663-C341-813AD41C566B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20" creationId="{42916BFA-1BAE-2CF6-9625-D81DF7807FDD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21" creationId="{B3E4D764-C62F-4C7E-DC30-E9DAFE22FB20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22" creationId="{53FF31D2-12EB-9CB0-829B-5015EB5A9DA8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23" creationId="{3A1A0518-2413-DDBB-2477-88F7F98D61C6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24" creationId="{EDDA0988-E0CF-FF8A-3045-B17B9F7FE839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25" creationId="{29239198-A412-61BA-80DD-BC1ACFF11777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26" creationId="{92AFE3B2-24B8-9338-737C-A8978DF0C23C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27" creationId="{32848C54-8E01-C559-9A6A-252AC94C63F9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28" creationId="{E0AC2332-FAB9-1F1F-EF5E-A65585085BAB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29" creationId="{1602E43F-971C-C667-A4F7-C2AFDBC1810B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30" creationId="{E4084D95-1906-C4E6-764D-B27C1FEB02D1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31" creationId="{3AB3C316-D981-90E5-3BCF-B8185D410C44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32" creationId="{7D25792B-FEA4-8DED-8066-84B902D19800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33" creationId="{FDCE5D02-C2E1-9C8F-C795-F65CDDDEFD59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34" creationId="{A42199F3-0F64-C74D-1596-CAF15C45A049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35" creationId="{A35D9CF8-9B48-6D2D-E221-D74C2519C726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36" creationId="{D067B407-13B9-FDF9-FEC1-23E80C287A83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37" creationId="{DF27BD86-5A52-1413-2B9D-82159CC9B45C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38" creationId="{27735667-337D-704E-927E-CCF9220F9FEF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39" creationId="{38BF6C7F-6195-B502-6886-2D64CEFC6B48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40" creationId="{31D51DF2-49D4-04BA-A5A3-1D0BF8E6D4DA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41" creationId="{84DF3D95-F2A6-45B5-4B61-89B3B07F7A19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42" creationId="{435DD3ED-A5E6-E8F0-1C1F-CC29E0795408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43" creationId="{250C2CCB-264C-E71C-D92D-EECBFAAC3F94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44" creationId="{EA184820-D69C-A7FD-286B-5130B3AB0B30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45" creationId="{F5B7309C-B746-0477-86F9-DDBA9986B766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46" creationId="{821D6F07-C4DB-3AF3-729A-9A85DC637C52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47" creationId="{12FAC21A-2BB5-6245-8E7F-07923A0F0512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48" creationId="{A17E282A-A373-0442-C355-F98EA09296AE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49" creationId="{9F8C3CF8-E038-DB00-01DF-F14D7F78C3F0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50" creationId="{F83F9E52-2C6D-4FA1-2A70-B1F676143140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51" creationId="{682B3479-2040-C311-93B4-46F0D4E07285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52" creationId="{EC45CE47-E1C7-DD46-A40E-485971BFCCE5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53" creationId="{0E627909-8088-BE36-DF2D-EB5E7E355B84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54" creationId="{DC36B889-82DB-0215-5D31-BF514B3EF3B6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55" creationId="{AD5CF1F9-C9DE-04A5-B16B-C41CCD395D47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56" creationId="{7E50210D-C2A8-0BD0-49AC-CAE648E0CB5C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57" creationId="{D90D9183-A476-BC35-692D-77AF5DC58083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58" creationId="{3AFF3829-3191-7D1E-4F8A-AAE5BEB9786C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59" creationId="{0FA16265-608D-BEC9-59A0-6756DF85BC92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60" creationId="{057D9B4A-7F2E-10C7-132A-AE2FFE0AF1A0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61" creationId="{EF98C207-E0FD-8290-FB05-F41835B02506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62" creationId="{649CB1B6-FD53-041B-2A3C-5F6E9F4DB3E0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63" creationId="{22857613-6600-EBC5-0222-90417160083D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64" creationId="{69E0AF59-EFA8-38B3-45EF-C050E41D4215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65" creationId="{FE9F8F71-84E3-5283-7290-0A883D2E928B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66" creationId="{ECEFEE92-D2D8-870F-AC22-ACC9A58327C3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67" creationId="{1F3430FC-C7B9-E148-BF9F-AEFFA34D221A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68" creationId="{709DFDE2-4403-7EE5-9A98-ECD256400C81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69" creationId="{429B5F2C-92C4-0637-E581-2F9DA6F1CDF1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70" creationId="{6573870C-A160-45DB-94C3-B7AA384AE257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78" creationId="{6826A38A-C510-A6D8-5F41-C371A48BF039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79" creationId="{37CC482C-D026-1762-9DA0-4A85CC66B71B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80" creationId="{345AF6C1-2A88-90D5-1537-4303A50690C1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381" creationId="{0A29F610-EF6E-EC46-FAC7-B56B760D8EDB}"/>
          </ac:spMkLst>
        </pc:spChg>
        <pc:spChg chg="mod">
          <ac:chgData name="Terence Yang(楊金晶_PSZ)" userId="04050711-1c2b-4376-8c27-98d2e13849ce" providerId="ADAL" clId="{9F3395C2-1C42-496B-8D8D-0B0886CB10DC}" dt="2023-06-15T05:09:52.151" v="810"/>
          <ac:spMkLst>
            <pc:docMk/>
            <pc:sldMk cId="4235030489" sldId="634"/>
            <ac:spMk id="437" creationId="{3E75E71B-7EAD-57C0-BA19-DBFA1E7564B0}"/>
          </ac:spMkLst>
        </pc:spChg>
        <pc:spChg chg="mod">
          <ac:chgData name="Terence Yang(楊金晶_PSZ)" userId="04050711-1c2b-4376-8c27-98d2e13849ce" providerId="ADAL" clId="{9F3395C2-1C42-496B-8D8D-0B0886CB10DC}" dt="2023-06-15T05:10:12.953" v="815" actId="207"/>
          <ac:spMkLst>
            <pc:docMk/>
            <pc:sldMk cId="4235030489" sldId="634"/>
            <ac:spMk id="438" creationId="{4E2CDD37-B027-6749-3B45-2B6046722235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447" creationId="{A814CEC9-B78D-47CC-A868-BD0D0B661CCD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448" creationId="{CDCAE12C-B2F7-7829-D68D-60F34B4F5B96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449" creationId="{6711D684-201B-CE77-55C2-56E61FD9F2F3}"/>
          </ac:spMkLst>
        </pc:spChg>
        <pc:spChg chg="mod">
          <ac:chgData name="Terence Yang(楊金晶_PSZ)" userId="04050711-1c2b-4376-8c27-98d2e13849ce" providerId="ADAL" clId="{9F3395C2-1C42-496B-8D8D-0B0886CB10DC}" dt="2023-06-15T06:27:24.007" v="865" actId="165"/>
          <ac:spMkLst>
            <pc:docMk/>
            <pc:sldMk cId="4235030489" sldId="634"/>
            <ac:spMk id="450" creationId="{28C3495E-9B8D-5EC3-6F93-3BAFEC77134B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63" creationId="{E0A2DB41-0092-D8D2-0F59-C4786C3AFAAA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64" creationId="{00CFB380-F7F0-7C73-D2DB-025348F701AA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65" creationId="{08151247-F52E-0344-71BC-2DCFAC04B981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66" creationId="{D4D14BE5-896F-2F08-B3E1-EAFB6CC5557C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67" creationId="{5EA16C19-712C-EE91-43CC-EB5FC515A9E2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68" creationId="{5591446A-79F6-5FFC-4EFF-AD7272E6811F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69" creationId="{4C299891-DEF7-566F-900A-0184E569DB1F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70" creationId="{6A1ADB35-85C3-6C17-2BC8-AA79B89034F3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71" creationId="{035FB5A5-C701-FF82-FF6F-26BA15BF155F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72" creationId="{D9FFDF88-F831-4CCF-CE71-6E382E20B7F0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73" creationId="{86AD6D90-A458-8C20-2235-E62B601F9200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74" creationId="{1E93485E-F94A-83D7-FEC7-488A359ED130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75" creationId="{F2E62C8D-6447-315B-B6DF-E330CF77BE40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76" creationId="{BF585987-C985-501F-BB0F-393FDE7406F9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77" creationId="{62F603DF-FD7A-7495-A5A9-46E565F58D85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78" creationId="{7E93DACC-2593-693E-9CC3-C0A8E23B0768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79" creationId="{5BE7780D-96EE-8BC8-9648-4EF8E1A23F37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80" creationId="{82813497-E721-E262-E748-D1F524A55800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81" creationId="{14EE9A06-2A72-036B-4E26-323B988350C9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93" creationId="{D99DEC49-3AE7-C445-FB3F-7F9EE82D3042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94" creationId="{C761B445-6253-04B3-362E-C8F31BEA73F0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95" creationId="{C2C5A744-6F56-4642-F175-CA166213A8F4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96" creationId="{1C52D288-5EEE-D820-994F-3C31303B7078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97" creationId="{B8BEFBA4-69E5-DF9C-BEB9-1C85A0D0A4A4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98" creationId="{20B152C1-6F31-B2C0-A209-70E54D959000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499" creationId="{657FC2F8-5E6E-2C71-9D4C-738B2AAB4CE2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00" creationId="{6979CFB3-E009-CEFF-FD0F-576C9BBB7502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01" creationId="{8AB2D6F5-5C13-4B98-175A-6FA6FA1143A5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02" creationId="{87BF088C-647C-548A-B7BB-C702B479D390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03" creationId="{726AC270-D7F6-17D6-F860-C882963A850B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04" creationId="{A1A53B54-3E2A-97F5-E6F5-041C942B7DBC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05" creationId="{6392943E-2603-4E28-E821-050391D11658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19" creationId="{0AC18E2D-F8DB-8DE4-71DE-0A89D631D715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20" creationId="{FE464FC4-785D-1D4D-568C-359998BC19D8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21" creationId="{4BACCD36-DBCF-FAD3-5502-5259C3ED75D4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22" creationId="{AB7F6617-57C1-F04E-0E42-C849868763D1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23" creationId="{3B44F64F-51F9-5AC9-721A-BAC24A9FD56A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24" creationId="{E585C259-4A09-3CFE-7F8C-65066AA2B804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25" creationId="{6AD3C898-DA88-BC21-86B3-0A4F3C57D630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26" creationId="{6B0A108C-EA13-9B18-94BF-CBDED9B2F357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27" creationId="{656830EE-EAD0-DBE7-6963-E17E003AA169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28" creationId="{530C9E3C-8B74-37EF-9D77-5BCF0B79E44D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29" creationId="{E933C295-0A29-DEBF-C165-27A790BBD88F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30" creationId="{42320D1C-CF31-5769-FC49-D09E577E3A22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31" creationId="{FD1A82A1-86E1-C54B-43FD-A1D4A30C0839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34" creationId="{0FB847AF-F632-B295-FCE7-08738B65BB52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35" creationId="{E661E12B-2B19-E094-FB94-368E2844B023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36" creationId="{BA853C0F-AE56-5D60-567B-1359162FC134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37" creationId="{DF75CD51-0F21-7874-9A43-3B17087E98BD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38" creationId="{CEEA608F-A209-321D-D90D-253C079B9CB4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39" creationId="{EC49FF69-F1FB-227C-B52D-5B538EFB2E40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42" creationId="{9A84A0B8-0A80-6AF4-7917-7E99C9DE7570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43" creationId="{15FCF02E-73EE-05AA-EDE2-AB97CEA30D86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44" creationId="{97EFB204-34D1-9CB6-EBE6-A6D1EFB3C707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45" creationId="{D0E3D98B-18F5-2D72-46B1-FAA8DE5E3217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46" creationId="{6F596409-BB82-A194-1F9E-F2FFB66D048B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47" creationId="{2D785FC8-A1B3-0B88-073D-E684B01EE7A9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48" creationId="{61E0B777-7DEE-CDCB-BF1E-BC905DFFCD1F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49" creationId="{DB28C5E6-DF3D-253D-9BC9-AB825856F53A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50" creationId="{C038764F-9689-4DD3-0EB7-0FB7962F569B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51" creationId="{1EAA7865-632F-4AE4-E4D7-1F2D74443FFC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52" creationId="{3A996318-70D6-58AD-FCBF-9C1543B327B3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53" creationId="{194FBD04-680B-A5A0-6D66-F262364ED245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54" creationId="{A6B267E1-BF20-E52D-62FC-E0F58A3198EF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55" creationId="{C6DDBC7A-0F67-9108-F97C-6ECBC1741062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56" creationId="{07A52C16-605D-EC8B-C35C-F49CC4893ACE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57" creationId="{A266999D-E7FA-15B3-A7FD-9697CEED3EA7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58" creationId="{1DAECADA-6642-43FD-9684-6351535694A1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59" creationId="{DA36E09A-887C-E6F9-BB1C-A031DD2B1C80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60" creationId="{84C19B55-6F67-71B8-423E-1054A142AE6D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61" creationId="{2A74A7A1-C1B4-6042-CAA0-FEF191A2DB42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62" creationId="{A7412F90-9B12-68DC-9A78-40BD5FDE9EDA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63" creationId="{44ED9DAA-3BC8-C878-99B9-7EFED60CFB83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64" creationId="{5AF94B68-1E6F-4394-099D-417C8AC989A2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65" creationId="{CFE78DE7-EA40-D910-7472-50B3286DE637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66" creationId="{95C2711B-7494-C4C4-CF0B-C85953DA5044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67" creationId="{96E84C80-C46C-3827-3ADB-3BC3973E407A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68" creationId="{69697B2E-D7D1-3AC8-22C2-F75DA2F27E02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69" creationId="{9B48C58B-3855-5B20-B1B9-2B2BB55C4C11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70" creationId="{B3D0A552-B22F-6846-2E53-2E422EB3C4E7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71" creationId="{764B6B68-9D2D-3629-05C3-9A94AFCC7ECF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72" creationId="{51456972-0727-2B62-46F8-A37AB166A974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73" creationId="{A8D6FF7E-B14B-4341-2D0E-9C50EA13F5EE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74" creationId="{D0D928EA-F4B8-9558-292B-4175E7437E5C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75" creationId="{B3679157-2C30-EC9E-DEA9-236E7B7415E1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76" creationId="{F91D4354-7DD8-FE0D-231C-72432FE4C095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77" creationId="{443A48F8-2CC2-12B1-299A-D696AA8D72BE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78" creationId="{B67AA1C7-1ADE-ACCA-1BD9-5BF75CA52A76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79" creationId="{F9175169-7FA3-D555-4178-CBD8426C51A2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80" creationId="{FF3477CA-46A7-570F-F10A-A86115795CF4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81" creationId="{E849EFE2-3894-3C27-ACD8-961C5026FD6C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82" creationId="{1EFAE9F8-D1D5-B2E8-2AF4-0804C9177865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83" creationId="{3283EFCA-E871-431E-7522-0FDCABE23672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84" creationId="{5A3B6D39-9679-3739-F128-CF9F0E8598BF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85" creationId="{2D1895C8-42A2-895B-E6AB-911473B6D99F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86" creationId="{28688586-00F6-782C-3F28-0F6A0665855B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87" creationId="{C20C1C87-EBED-094B-F8E4-8557B9841BB8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88" creationId="{24D5FB94-E22F-8593-3BF2-AE8436C50C70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89" creationId="{4C257EB7-1CDE-8D52-575B-AA885E349429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90" creationId="{E12BD415-E5FE-01AA-5D3F-69853198EAF8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91" creationId="{BC2DBC5F-1BF2-01C9-16B2-136832CCA001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92" creationId="{2CB5049C-6E2D-20C1-BD52-FDD0C7D7D893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93" creationId="{F9F9A33D-0E94-3934-B357-02FB94D542A3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94" creationId="{4A60FF17-3D21-0AB1-C65F-36E787993DE2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95" creationId="{6988DB2E-CCC0-8F45-3298-E32EC042169D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96" creationId="{CFBD2FEE-50DA-F5DC-E4C6-4A8A1B3C03A5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97" creationId="{7178EFF0-F613-B436-80A8-9878593230DE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98" creationId="{7D61D7C0-6DDF-8D75-B683-82D5A315C8E0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599" creationId="{25D849C2-A703-3050-9228-12ADCC6C6A2B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600" creationId="{F81401FC-7E7B-FEB7-97D3-06E99CC286AC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601" creationId="{04700B3F-E010-15FD-A6E5-B309FDD008AD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602" creationId="{650EAF27-4FDB-7112-C070-46BCE6B362F6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603" creationId="{F1EF0AD4-1D35-0C1F-9FCC-4FFE9701E3FB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604" creationId="{C571718B-91BB-5998-AF42-927B0B73643E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605" creationId="{5D95965F-9601-4DD3-C045-5508349CD414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606" creationId="{11D5B426-A5B8-772D-5FBC-C1A7747C65DC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607" creationId="{B6D7943C-2A56-8098-A9B0-59BF2BE0ED6F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608" creationId="{AA531D18-2032-F107-039C-7831E8BB33D3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609" creationId="{65AAA98F-9B68-0178-74B0-0373DE43C1E2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610" creationId="{CB68DBD0-DFCC-6AC4-3C26-09DD2ECB9859}"/>
          </ac:spMkLst>
        </pc:spChg>
        <pc:spChg chg="mod">
          <ac:chgData name="Terence Yang(楊金晶_PSZ)" userId="04050711-1c2b-4376-8c27-98d2e13849ce" providerId="ADAL" clId="{9F3395C2-1C42-496B-8D8D-0B0886CB10DC}" dt="2023-06-15T06:27:31.628" v="867"/>
          <ac:spMkLst>
            <pc:docMk/>
            <pc:sldMk cId="4235030489" sldId="634"/>
            <ac:spMk id="611" creationId="{31D9661E-8547-CF29-EC7E-6456FC3821C0}"/>
          </ac:spMkLst>
        </pc:spChg>
        <pc:grpChg chg="add del mod">
          <ac:chgData name="Terence Yang(楊金晶_PSZ)" userId="04050711-1c2b-4376-8c27-98d2e13849ce" providerId="ADAL" clId="{9F3395C2-1C42-496B-8D8D-0B0886CB10DC}" dt="2023-06-15T03:17:04.433" v="631" actId="478"/>
          <ac:grpSpMkLst>
            <pc:docMk/>
            <pc:sldMk cId="4235030489" sldId="634"/>
            <ac:grpSpMk id="7" creationId="{4D68F87E-44D1-892A-75E5-9E319E12D18C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8" creationId="{724B5E79-2705-739E-26C8-FE75A4866297}"/>
          </ac:grpSpMkLst>
        </pc:grpChg>
        <pc:grpChg chg="add del mod">
          <ac:chgData name="Terence Yang(楊金晶_PSZ)" userId="04050711-1c2b-4376-8c27-98d2e13849ce" providerId="ADAL" clId="{9F3395C2-1C42-496B-8D8D-0B0886CB10DC}" dt="2023-06-15T03:17:08.023" v="632" actId="478"/>
          <ac:grpSpMkLst>
            <pc:docMk/>
            <pc:sldMk cId="4235030489" sldId="634"/>
            <ac:grpSpMk id="19" creationId="{5AA5A303-3887-16C9-BE14-2D5C9565833B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20" creationId="{C413D4DA-0DAA-0011-6BED-295F5CEBD907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21" creationId="{E31D05C7-89EB-AC5C-028B-FDE632B192B3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22" creationId="{D760C140-9269-1215-CE16-88FB4CA29667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23" creationId="{DE69B89B-50C1-4B80-D382-25D84FC3CEA9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24" creationId="{2D40B588-9971-D8E7-FE9B-7C591DECD765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25" creationId="{9B6A04F1-0AA5-A9BD-5A02-94FA5C1FA6FB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26" creationId="{FBA0F310-7698-9548-52E6-EFE20C33393B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27" creationId="{6E71A9D7-88E9-F22A-9848-042E93688805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28" creationId="{DF0253BD-0105-756E-5CD3-6F1D5DBA8FAE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29" creationId="{DB7E7004-96F8-C173-DADD-7915A41DF031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49" creationId="{E4480C5E-7B74-9B03-EA2E-0F132DAB14DF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50" creationId="{274C0E1E-9CE7-A72B-DC05-B7BCCF94DB0E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51" creationId="{0D1FF40C-E298-898F-EE95-896CB40329C2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52" creationId="{87C197C1-23A3-9330-1DD5-2006DF239126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53" creationId="{0E307DE9-A760-7714-B0F2-2CCC61E0E7C5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54" creationId="{44CBB625-68B9-094E-18F7-D1DF65DB07B1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55" creationId="{0DA6F903-87E3-2FA8-98E3-6DE779D4151D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56" creationId="{BB92D1DA-4128-B86A-3F2F-D559CC6BD542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57" creationId="{2875CCCB-68C0-6C7E-CAD3-491B2871E611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58" creationId="{B0250C02-3287-0C68-4CD4-E29F875EBC9D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59" creationId="{C8288C2B-D1B5-C9D1-2FC9-BED82DFEB04C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73" creationId="{8F0E3D2E-A94E-A755-F45E-30B2AF7A22FC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74" creationId="{173FC6A0-525B-2454-EBCD-681AE9C57C67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75" creationId="{EDBEAB04-8661-1911-642F-3AEAB167A60D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76" creationId="{63E41827-5F4E-3FD5-0398-479C44184936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77" creationId="{4184068D-D244-F5D6-C58C-D65AB6F20AEB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78" creationId="{4CECDC35-3AC5-5841-6ECB-8E6ED5A918D2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79" creationId="{4990048B-0270-DB8B-5936-092785F82FEF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80" creationId="{AFE09D86-3D94-B4F1-5CC4-C4388B3FC971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81" creationId="{9FCADC58-67FB-93A4-FEDC-E4A7D3044C70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82" creationId="{19FB80FE-55F0-9A01-272E-9561DC21D850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83" creationId="{1354143C-71AC-8082-0790-D3428C62A5A8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84" creationId="{3A8DD272-C14D-6E67-961E-1A4AFC88057A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107" creationId="{4DA93294-5CEF-C8EF-2CE7-3E5B06ADBF4A}"/>
          </ac:grpSpMkLst>
        </pc:grpChg>
        <pc:grpChg chg="mod">
          <ac:chgData name="Terence Yang(楊金晶_PSZ)" userId="04050711-1c2b-4376-8c27-98d2e13849ce" providerId="ADAL" clId="{9F3395C2-1C42-496B-8D8D-0B0886CB10DC}" dt="2023-06-15T03:16:58.965" v="630"/>
          <ac:grpSpMkLst>
            <pc:docMk/>
            <pc:sldMk cId="4235030489" sldId="634"/>
            <ac:grpSpMk id="108" creationId="{B4316F93-D505-83A7-279F-B408387E5DBE}"/>
          </ac:grpSpMkLst>
        </pc:grpChg>
        <pc:grpChg chg="add mod">
          <ac:chgData name="Terence Yang(楊金晶_PSZ)" userId="04050711-1c2b-4376-8c27-98d2e13849ce" providerId="ADAL" clId="{9F3395C2-1C42-496B-8D8D-0B0886CB10DC}" dt="2023-06-15T06:27:24.007" v="865" actId="165"/>
          <ac:grpSpMkLst>
            <pc:docMk/>
            <pc:sldMk cId="4235030489" sldId="634"/>
            <ac:grpSpMk id="190" creationId="{7DAB5914-5304-1407-C0E2-89D0845ED6DA}"/>
          </ac:grpSpMkLst>
        </pc:grpChg>
        <pc:grpChg chg="add del mod topLvl">
          <ac:chgData name="Terence Yang(楊金晶_PSZ)" userId="04050711-1c2b-4376-8c27-98d2e13849ce" providerId="ADAL" clId="{9F3395C2-1C42-496B-8D8D-0B0886CB10DC}" dt="2023-06-15T06:28:02.312" v="873" actId="164"/>
          <ac:grpSpMkLst>
            <pc:docMk/>
            <pc:sldMk cId="4235030489" sldId="634"/>
            <ac:grpSpMk id="224" creationId="{DBC72BFC-5F98-4203-B3DF-32B959900BFA}"/>
          </ac:grpSpMkLst>
        </pc:grpChg>
        <pc:grpChg chg="add del mod">
          <ac:chgData name="Terence Yang(楊金晶_PSZ)" userId="04050711-1c2b-4376-8c27-98d2e13849ce" providerId="ADAL" clId="{9F3395C2-1C42-496B-8D8D-0B0886CB10DC}" dt="2023-06-15T05:10:14.205" v="816"/>
          <ac:grpSpMkLst>
            <pc:docMk/>
            <pc:sldMk cId="4235030489" sldId="634"/>
            <ac:grpSpMk id="225" creationId="{6D902D2D-4DAA-8CEC-4359-A5CC89E2EC0F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26" creationId="{65162FE4-A191-BA3A-7568-B300C7DB0E24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27" creationId="{A423C38E-D9E1-410B-23CF-C0CCE93FF5F7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28" creationId="{B59C7A57-3764-9EAF-948E-28516B7B07E9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29" creationId="{DCE0CFE0-4E56-AA4E-E722-88480E7FE9B3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30" creationId="{5006BBDC-93E8-9242-C744-12D9BAE227D8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31" creationId="{99B60769-9015-4260-571F-8F373B732A87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67" creationId="{FA39CDC7-FA55-6DDA-05A8-F1CA528547DB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68" creationId="{D59C36CE-4E16-BE01-7C7C-1A714C624FCB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69" creationId="{8AB0A3BB-D2EF-6C28-4264-82705734CA3B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70" creationId="{4E75C22D-AA75-94D8-DB24-FC1EC3685DFD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71" creationId="{3CAD1E11-1E70-760E-95B9-8FBB2BC2855F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72" creationId="{FC8C26D5-E558-E7EC-BCFA-01FFF615C956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73" creationId="{E2134134-2870-5E65-B9F5-F8EB5E5AA390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74" creationId="{8298EAC2-4E86-34AF-1BE2-89F8103C5BAE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75" creationId="{B3EAEE55-FF52-2066-E27B-E0CF18FF17ED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76" creationId="{583FFB92-EEC4-E47D-BBFE-8F16E7EE118D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77" creationId="{3CF5DAE2-33A9-6712-0DFA-53F9B21336F8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91" creationId="{8A4643E8-A382-6135-AF73-CC9E00E41FB9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92" creationId="{347F139E-F66E-5310-5E70-0BC0F95BA85F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93" creationId="{43565CAF-6C66-3ED3-B4F7-A08BDDA9662C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94" creationId="{3C5ECCBF-943B-F4C5-5BD9-0EEE13EB106F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95" creationId="{2CF63D0D-19E8-E480-A6BF-DD0F1468B8DF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96" creationId="{86BCEC18-1B94-3D9C-09F2-FBBFE19940C9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97" creationId="{E2603514-43F2-3C82-E58B-E50C7F101375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98" creationId="{3A64A420-B22F-211C-167A-1E390DD390E8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299" creationId="{72F5FDAC-A48F-1A65-FAF2-8E2D213E0F35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300" creationId="{B0C56FDF-8376-7331-A153-46414AE85ABD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301" creationId="{1C3941CC-7F2C-434B-7F08-175F60E1D087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302" creationId="{96E244EE-55E0-8B7C-B209-C262DBD45F93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304" creationId="{615D40E8-7A86-B95D-8AB2-F7750E2F3226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371" creationId="{BD8F8121-E3F8-4AB5-576D-3FDD7A4E5768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382" creationId="{A06304CD-044F-DB42-A0C8-3817BC4F673E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383" creationId="{4DB68F74-C5B6-D6E3-7E2A-62077C875FB5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384" creationId="{A3F99EA0-F536-D07F-1528-6B407507419C}"/>
          </ac:grpSpMkLst>
        </pc:grpChg>
        <pc:grpChg chg="mod">
          <ac:chgData name="Terence Yang(楊金晶_PSZ)" userId="04050711-1c2b-4376-8c27-98d2e13849ce" providerId="ADAL" clId="{9F3395C2-1C42-496B-8D8D-0B0886CB10DC}" dt="2023-06-15T05:09:52.151" v="810"/>
          <ac:grpSpMkLst>
            <pc:docMk/>
            <pc:sldMk cId="4235030489" sldId="634"/>
            <ac:grpSpMk id="385" creationId="{0A0EC32B-1444-8F26-0B2E-1CA99DE87531}"/>
          </ac:grpSpMkLst>
        </pc:grpChg>
        <pc:grpChg chg="add del mod topLvl">
          <ac:chgData name="Terence Yang(楊金晶_PSZ)" userId="04050711-1c2b-4376-8c27-98d2e13849ce" providerId="ADAL" clId="{9F3395C2-1C42-496B-8D8D-0B0886CB10DC}" dt="2023-06-15T06:27:25.953" v="866" actId="478"/>
          <ac:grpSpMkLst>
            <pc:docMk/>
            <pc:sldMk cId="4235030489" sldId="634"/>
            <ac:grpSpMk id="439" creationId="{46A7C705-0665-76C0-66F2-CC04FA5A53C8}"/>
          </ac:grpSpMkLst>
        </pc:grpChg>
        <pc:grpChg chg="mod">
          <ac:chgData name="Terence Yang(楊金晶_PSZ)" userId="04050711-1c2b-4376-8c27-98d2e13849ce" providerId="ADAL" clId="{9F3395C2-1C42-496B-8D8D-0B0886CB10DC}" dt="2023-06-15T06:27:24.007" v="865" actId="165"/>
          <ac:grpSpMkLst>
            <pc:docMk/>
            <pc:sldMk cId="4235030489" sldId="634"/>
            <ac:grpSpMk id="440" creationId="{FCE78593-FA26-A1DC-C1DF-9677E438403B}"/>
          </ac:grpSpMkLst>
        </pc:grpChg>
        <pc:grpChg chg="add del mod">
          <ac:chgData name="Terence Yang(楊金晶_PSZ)" userId="04050711-1c2b-4376-8c27-98d2e13849ce" providerId="ADAL" clId="{9F3395C2-1C42-496B-8D8D-0B0886CB10DC}" dt="2023-06-15T06:27:24.007" v="865" actId="165"/>
          <ac:grpSpMkLst>
            <pc:docMk/>
            <pc:sldMk cId="4235030489" sldId="634"/>
            <ac:grpSpMk id="451" creationId="{ECE127FD-CE5D-C376-4BB8-3202BCA1FCF1}"/>
          </ac:grpSpMkLst>
        </pc:grpChg>
        <pc:grpChg chg="add mod">
          <ac:chgData name="Terence Yang(楊金晶_PSZ)" userId="04050711-1c2b-4376-8c27-98d2e13849ce" providerId="ADAL" clId="{9F3395C2-1C42-496B-8D8D-0B0886CB10DC}" dt="2023-06-15T06:28:02.312" v="873" actId="164"/>
          <ac:grpSpMkLst>
            <pc:docMk/>
            <pc:sldMk cId="4235030489" sldId="634"/>
            <ac:grpSpMk id="452" creationId="{08B7BA0D-4640-162E-0A6D-205EDD5B971A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53" creationId="{44169684-249F-B920-A673-DD02362135A6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54" creationId="{D7DE17ED-993B-D953-D26A-2FF6789960B1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55" creationId="{EDA0C489-5915-F3B9-AEDA-E51EF851AB84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56" creationId="{ABEC5F6C-E323-AB20-B4C8-7A65CC14A14E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57" creationId="{F6824B7A-D24E-2C47-9B18-6F9B3B18175B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58" creationId="{891AC073-1879-6D48-BDC0-5A6C09F000FF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59" creationId="{E25E9440-644A-5283-49CF-A7805D64DEDB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60" creationId="{53896725-BEB7-196E-08C1-B1DB3A9E5A5C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61" creationId="{40028E3A-551D-D5C3-DAE2-EE9C94209D32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62" creationId="{9B0EE97C-9E3B-64D3-792B-3E40710A2533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82" creationId="{18E8EAC2-BDA2-22E5-14AF-0EA8519127B2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83" creationId="{BE6BAC11-BBFE-FC05-9611-8FE645CFF417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84" creationId="{08A5611A-D2D6-4678-8513-83639EAE17E3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85" creationId="{9E70512B-A465-5578-4539-797E15D3E752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86" creationId="{57EEB197-C3C3-3A52-0880-3610810BA095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87" creationId="{E61A65C4-7EC8-8751-F2F6-E020AAEBAB68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88" creationId="{E274484A-F9B9-4FDA-2BF1-DC53F6ECB65E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89" creationId="{868E6C57-6C8F-1D20-BA65-16EFEF0E9ACE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90" creationId="{C88FE68B-98F8-EDE5-ED41-2DB8302F73ED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91" creationId="{09E034BC-3BED-F584-7E48-CB53507CCD09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492" creationId="{964607C5-A05E-2CAE-9063-1F9F99A15091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506" creationId="{6E5B4342-B24D-230D-FF85-69D2155C4DB7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507" creationId="{29C277E9-C5A6-91D5-9393-C6798ADA2601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508" creationId="{41BD56EC-B469-6A4D-8381-2939A017648A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509" creationId="{2D9883FE-067A-1573-F459-C2CDCC6905C7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510" creationId="{DC4AFBFB-20A0-D464-6A22-780431B37294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511" creationId="{00D95316-1F81-6949-A73A-6545CA4A3508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512" creationId="{05CD8AD7-25F2-659A-7F7A-E2558DDC02D4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513" creationId="{DFBA7C0E-74ED-79FF-1946-C60D647B1ABE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514" creationId="{6F614A4C-686B-9A69-9096-BD7959C8CC6B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515" creationId="{80509794-E578-C7E9-E9C1-2FE5E735C827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516" creationId="{539D7D07-4EBE-D56C-C585-564F17AA8622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517" creationId="{F088F7EE-81E9-E10F-E167-14EC744F8031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540" creationId="{BD4062F3-0930-CDF6-B4E7-2CA226A01F97}"/>
          </ac:grpSpMkLst>
        </pc:grpChg>
        <pc:grpChg chg="mod">
          <ac:chgData name="Terence Yang(楊金晶_PSZ)" userId="04050711-1c2b-4376-8c27-98d2e13849ce" providerId="ADAL" clId="{9F3395C2-1C42-496B-8D8D-0B0886CB10DC}" dt="2023-06-15T06:27:31.628" v="867"/>
          <ac:grpSpMkLst>
            <pc:docMk/>
            <pc:sldMk cId="4235030489" sldId="634"/>
            <ac:grpSpMk id="541" creationId="{5C312C5A-1626-0030-6EA7-3D3365755152}"/>
          </ac:grpSpMkLst>
        </pc:grpChg>
        <pc:grpChg chg="add mod">
          <ac:chgData name="Terence Yang(楊金晶_PSZ)" userId="04050711-1c2b-4376-8c27-98d2e13849ce" providerId="ADAL" clId="{9F3395C2-1C42-496B-8D8D-0B0886CB10DC}" dt="2023-06-15T06:28:02.312" v="873" actId="164"/>
          <ac:grpSpMkLst>
            <pc:docMk/>
            <pc:sldMk cId="4235030489" sldId="634"/>
            <ac:grpSpMk id="612" creationId="{D60AC9AF-5C5E-611A-7732-1A80398007DD}"/>
          </ac:grpSpMkLst>
        </pc:grpChg>
        <pc:cxnChg chg="mod">
          <ac:chgData name="Terence Yang(楊金晶_PSZ)" userId="04050711-1c2b-4376-8c27-98d2e13849ce" providerId="ADAL" clId="{9F3395C2-1C42-496B-8D8D-0B0886CB10DC}" dt="2023-06-15T03:16:58.965" v="630"/>
          <ac:cxnSpMkLst>
            <pc:docMk/>
            <pc:sldMk cId="4235030489" sldId="634"/>
            <ac:cxnSpMk id="9" creationId="{91653935-A5F1-F576-4B62-F1A68632A59E}"/>
          </ac:cxnSpMkLst>
        </pc:cxnChg>
        <pc:cxnChg chg="mod">
          <ac:chgData name="Terence Yang(楊金晶_PSZ)" userId="04050711-1c2b-4376-8c27-98d2e13849ce" providerId="ADAL" clId="{9F3395C2-1C42-496B-8D8D-0B0886CB10DC}" dt="2023-06-15T03:16:58.965" v="630"/>
          <ac:cxnSpMkLst>
            <pc:docMk/>
            <pc:sldMk cId="4235030489" sldId="634"/>
            <ac:cxnSpMk id="10" creationId="{244D1D07-3E98-2451-2438-CDE4E215FF3F}"/>
          </ac:cxnSpMkLst>
        </pc:cxnChg>
        <pc:cxnChg chg="mod">
          <ac:chgData name="Terence Yang(楊金晶_PSZ)" userId="04050711-1c2b-4376-8c27-98d2e13849ce" providerId="ADAL" clId="{9F3395C2-1C42-496B-8D8D-0B0886CB10DC}" dt="2023-06-15T03:16:58.965" v="630"/>
          <ac:cxnSpMkLst>
            <pc:docMk/>
            <pc:sldMk cId="4235030489" sldId="634"/>
            <ac:cxnSpMk id="11" creationId="{95023A63-070D-AE65-256E-DDBAA4491387}"/>
          </ac:cxnSpMkLst>
        </pc:cxnChg>
        <pc:cxnChg chg="mod">
          <ac:chgData name="Terence Yang(楊金晶_PSZ)" userId="04050711-1c2b-4376-8c27-98d2e13849ce" providerId="ADAL" clId="{9F3395C2-1C42-496B-8D8D-0B0886CB10DC}" dt="2023-06-15T03:16:58.965" v="630"/>
          <ac:cxnSpMkLst>
            <pc:docMk/>
            <pc:sldMk cId="4235030489" sldId="634"/>
            <ac:cxnSpMk id="12" creationId="{B98E5BD1-A4C1-3E1A-0B48-BD4C3BC16EA9}"/>
          </ac:cxnSpMkLst>
        </pc:cxnChg>
        <pc:cxnChg chg="mod">
          <ac:chgData name="Terence Yang(楊金晶_PSZ)" userId="04050711-1c2b-4376-8c27-98d2e13849ce" providerId="ADAL" clId="{9F3395C2-1C42-496B-8D8D-0B0886CB10DC}" dt="2023-06-15T03:16:58.965" v="630"/>
          <ac:cxnSpMkLst>
            <pc:docMk/>
            <pc:sldMk cId="4235030489" sldId="634"/>
            <ac:cxnSpMk id="13" creationId="{69ADC8E3-9675-B4D4-3C29-ACEE76E187EB}"/>
          </ac:cxnSpMkLst>
        </pc:cxnChg>
        <pc:cxnChg chg="mod">
          <ac:chgData name="Terence Yang(楊金晶_PSZ)" userId="04050711-1c2b-4376-8c27-98d2e13849ce" providerId="ADAL" clId="{9F3395C2-1C42-496B-8D8D-0B0886CB10DC}" dt="2023-06-15T03:16:58.965" v="630"/>
          <ac:cxnSpMkLst>
            <pc:docMk/>
            <pc:sldMk cId="4235030489" sldId="634"/>
            <ac:cxnSpMk id="14" creationId="{171470E1-E13B-2FDA-F73E-4E52786E1612}"/>
          </ac:cxnSpMkLst>
        </pc:cxnChg>
        <pc:cxnChg chg="mod">
          <ac:chgData name="Terence Yang(楊金晶_PSZ)" userId="04050711-1c2b-4376-8c27-98d2e13849ce" providerId="ADAL" clId="{9F3395C2-1C42-496B-8D8D-0B0886CB10DC}" dt="2023-06-15T03:16:58.965" v="630"/>
          <ac:cxnSpMkLst>
            <pc:docMk/>
            <pc:sldMk cId="4235030489" sldId="634"/>
            <ac:cxnSpMk id="85" creationId="{25E2F591-2E48-EC14-4DC5-151390F77662}"/>
          </ac:cxnSpMkLst>
        </pc:cxnChg>
        <pc:cxnChg chg="mod">
          <ac:chgData name="Terence Yang(楊金晶_PSZ)" userId="04050711-1c2b-4376-8c27-98d2e13849ce" providerId="ADAL" clId="{9F3395C2-1C42-496B-8D8D-0B0886CB10DC}" dt="2023-06-15T03:17:08.023" v="632" actId="478"/>
          <ac:cxnSpMkLst>
            <pc:docMk/>
            <pc:sldMk cId="4235030489" sldId="634"/>
            <ac:cxnSpMk id="99" creationId="{CA880541-31CE-367D-89C9-77E6CB1D8697}"/>
          </ac:cxnSpMkLst>
        </pc:cxnChg>
        <pc:cxnChg chg="mod">
          <ac:chgData name="Terence Yang(楊金晶_PSZ)" userId="04050711-1c2b-4376-8c27-98d2e13849ce" providerId="ADAL" clId="{9F3395C2-1C42-496B-8D8D-0B0886CB10DC}" dt="2023-06-15T03:16:58.965" v="630"/>
          <ac:cxnSpMkLst>
            <pc:docMk/>
            <pc:sldMk cId="4235030489" sldId="634"/>
            <ac:cxnSpMk id="100" creationId="{FBBBC301-9DA6-25A6-6A44-86BC5F94B2E1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03" creationId="{EFCA417C-5DBC-9374-CF40-B3C76F48B825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07" creationId="{669AB3D4-DD77-CEDB-CCB7-DCA207F9DF0C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08" creationId="{4CC40D65-BC9B-3CC2-974A-EE995D37CC3E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72" creationId="{16D532F7-A776-8460-61AC-A17E5C1F8F38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73" creationId="{877F9B91-B8D3-11AC-4D5A-2662EC27FCD5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74" creationId="{C1C61986-E5CD-0D70-CE05-9570D9537043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75" creationId="{BADB3930-C44C-D2B3-61A8-3BB41F404E02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76" creationId="{42242F7A-B0DE-FF54-6610-1976E99186E9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77" creationId="{FB93C0DC-757E-6457-2293-AF044B15F845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86" creationId="{B6F8FC3B-A543-4606-485D-02C79819AB8A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87" creationId="{55A220BE-E936-6FB7-FFC3-0746C249902D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88" creationId="{6435B5C0-BC77-A902-CD6A-F8DBBA63022C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89" creationId="{9C3F7CD8-EAC8-6379-969C-A03E509FF1C6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90" creationId="{F648778D-99D4-070E-2AE8-77BA12CDECBA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91" creationId="{86F75546-DB26-AFD0-3D67-A9F969AE12EC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92" creationId="{F7929694-A9ED-C105-08CF-670A8196FCC6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93" creationId="{6B65C928-4B08-7E68-8427-29F8D84D9897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94" creationId="{9B2B3BCD-7626-8843-B8AE-4776EB3C9B32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95" creationId="{210271C2-60E3-CEB5-C737-D43CB64D5C18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96" creationId="{B7496E3D-DD13-2313-2671-068997615F49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97" creationId="{6DA877A9-F098-9F2D-D615-36B5FDFAA185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98" creationId="{533A0C17-0C1D-86F5-3819-B8719FA30A94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399" creationId="{BAB2A352-1263-0651-0DA5-7A9D50532E35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00" creationId="{27463A77-FDCA-AEA7-E883-779C336475EA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01" creationId="{66F8FEE0-DE47-8E67-64ED-49EEAA0482FF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02" creationId="{01682EDD-560E-0659-9D61-DBE19ED7106B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03" creationId="{2431619D-0DC8-10D5-2D85-06293E229113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04" creationId="{6F658019-B7E2-708E-3340-93A3FA45FE39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05" creationId="{EBDC4422-8E0F-D3B0-91EE-11EC0ACA08EC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06" creationId="{23060684-FC83-7785-DB10-8CE5B1529D30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07" creationId="{F9447030-BE6C-9A93-8685-E8D6A81A2D34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08" creationId="{BC8E205C-3CCE-AAD4-666D-CD02A97A12A5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09" creationId="{31BA03CD-380D-D5F2-08A9-009FA57CA0AB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10" creationId="{B17A0E99-E3F8-FCC0-5BDF-E33BB6E75669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11" creationId="{F237DB24-269D-38D4-9F4B-4DBFFDF42323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12" creationId="{76559A8E-6EC7-9010-BF12-066516535546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13" creationId="{55B08792-4239-51FB-649B-8EFBAE657D4E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14" creationId="{FFF2AF40-0FA3-6797-092D-FC885F42F3AE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15" creationId="{3DD9120B-E251-6CDA-DB29-9E503BD66587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16" creationId="{6ED9EE5B-7192-A9DD-CB60-E0A41AD8F86B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17" creationId="{18A1767A-228B-BF95-79F6-7DC6D228E72F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18" creationId="{4B04A2D1-2F63-7DD4-0EB5-A8CFDFF902B6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19" creationId="{8BEB4296-2172-6894-EC04-8C43C7561198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20" creationId="{28F705F6-0124-8F71-D79D-915B2FF0CEEA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21" creationId="{FB8C301A-B77B-209F-8418-12A9D9EDC24E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22" creationId="{C1C4BE0A-2F5E-B25C-6F32-F89ED9943E6B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23" creationId="{0614BB33-6D0E-A44C-AB10-CFEF88BAD9AC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24" creationId="{28BBF56B-EA8B-4946-ABEC-D424B6AE747D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25" creationId="{B03ACA8C-BF2A-583A-523E-47D6E40EB28C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26" creationId="{420EC6FD-A905-E1DC-E814-9CCFBEA8C729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27" creationId="{9E58FBD0-CC3E-BACD-CE6C-F73ED2F248AE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28" creationId="{758E149B-02B9-4DAE-0D5E-5BB8FD623BFF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29" creationId="{F47D91D4-6E03-2341-BA6F-222D26A17897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30" creationId="{287F1B46-ABC9-2E3E-4AA7-2AB977FA25AD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31" creationId="{E2C7611E-37B5-F936-F650-5F4027F1EAE1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32" creationId="{54C0B61D-0C66-4F4D-8838-98CF432633BC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33" creationId="{5FE3A316-CF61-E99F-3893-AA3C8809ECA4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34" creationId="{939D09BA-1889-9BAE-9F08-D871612A7123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35" creationId="{53798317-6A7F-F5EE-D2AC-6591777F2A2D}"/>
          </ac:cxnSpMkLst>
        </pc:cxnChg>
        <pc:cxnChg chg="mod">
          <ac:chgData name="Terence Yang(楊金晶_PSZ)" userId="04050711-1c2b-4376-8c27-98d2e13849ce" providerId="ADAL" clId="{9F3395C2-1C42-496B-8D8D-0B0886CB10DC}" dt="2023-06-15T05:09:52.151" v="810"/>
          <ac:cxnSpMkLst>
            <pc:docMk/>
            <pc:sldMk cId="4235030489" sldId="634"/>
            <ac:cxnSpMk id="436" creationId="{D672934C-C51A-EEF6-318A-E1B7B82D6B81}"/>
          </ac:cxnSpMkLst>
        </pc:cxnChg>
        <pc:cxnChg chg="mod">
          <ac:chgData name="Terence Yang(楊金晶_PSZ)" userId="04050711-1c2b-4376-8c27-98d2e13849ce" providerId="ADAL" clId="{9F3395C2-1C42-496B-8D8D-0B0886CB10DC}" dt="2023-06-15T06:27:24.007" v="865" actId="165"/>
          <ac:cxnSpMkLst>
            <pc:docMk/>
            <pc:sldMk cId="4235030489" sldId="634"/>
            <ac:cxnSpMk id="441" creationId="{0405B8EE-21EF-17A8-4FD2-4768808005B5}"/>
          </ac:cxnSpMkLst>
        </pc:cxnChg>
        <pc:cxnChg chg="mod">
          <ac:chgData name="Terence Yang(楊金晶_PSZ)" userId="04050711-1c2b-4376-8c27-98d2e13849ce" providerId="ADAL" clId="{9F3395C2-1C42-496B-8D8D-0B0886CB10DC}" dt="2023-06-15T06:27:24.007" v="865" actId="165"/>
          <ac:cxnSpMkLst>
            <pc:docMk/>
            <pc:sldMk cId="4235030489" sldId="634"/>
            <ac:cxnSpMk id="442" creationId="{D14C51CA-D095-223A-02FE-D0F5C6ACA5F7}"/>
          </ac:cxnSpMkLst>
        </pc:cxnChg>
        <pc:cxnChg chg="mod">
          <ac:chgData name="Terence Yang(楊金晶_PSZ)" userId="04050711-1c2b-4376-8c27-98d2e13849ce" providerId="ADAL" clId="{9F3395C2-1C42-496B-8D8D-0B0886CB10DC}" dt="2023-06-15T06:27:24.007" v="865" actId="165"/>
          <ac:cxnSpMkLst>
            <pc:docMk/>
            <pc:sldMk cId="4235030489" sldId="634"/>
            <ac:cxnSpMk id="443" creationId="{76FABA11-4FA1-42C2-D59A-1A033BC6EEEC}"/>
          </ac:cxnSpMkLst>
        </pc:cxnChg>
        <pc:cxnChg chg="mod">
          <ac:chgData name="Terence Yang(楊金晶_PSZ)" userId="04050711-1c2b-4376-8c27-98d2e13849ce" providerId="ADAL" clId="{9F3395C2-1C42-496B-8D8D-0B0886CB10DC}" dt="2023-06-15T06:27:24.007" v="865" actId="165"/>
          <ac:cxnSpMkLst>
            <pc:docMk/>
            <pc:sldMk cId="4235030489" sldId="634"/>
            <ac:cxnSpMk id="444" creationId="{921C4AD1-5901-D85A-892A-5F1D852F0A8F}"/>
          </ac:cxnSpMkLst>
        </pc:cxnChg>
        <pc:cxnChg chg="mod">
          <ac:chgData name="Terence Yang(楊金晶_PSZ)" userId="04050711-1c2b-4376-8c27-98d2e13849ce" providerId="ADAL" clId="{9F3395C2-1C42-496B-8D8D-0B0886CB10DC}" dt="2023-06-15T06:27:24.007" v="865" actId="165"/>
          <ac:cxnSpMkLst>
            <pc:docMk/>
            <pc:sldMk cId="4235030489" sldId="634"/>
            <ac:cxnSpMk id="445" creationId="{69F3822E-AD80-39A1-ECD4-28BDAD9A684C}"/>
          </ac:cxnSpMkLst>
        </pc:cxnChg>
        <pc:cxnChg chg="mod">
          <ac:chgData name="Terence Yang(楊金晶_PSZ)" userId="04050711-1c2b-4376-8c27-98d2e13849ce" providerId="ADAL" clId="{9F3395C2-1C42-496B-8D8D-0B0886CB10DC}" dt="2023-06-15T06:27:24.007" v="865" actId="165"/>
          <ac:cxnSpMkLst>
            <pc:docMk/>
            <pc:sldMk cId="4235030489" sldId="634"/>
            <ac:cxnSpMk id="446" creationId="{8EF773DC-9FF4-2C14-AF15-4DFF4EE7ED61}"/>
          </ac:cxnSpMkLst>
        </pc:cxnChg>
        <pc:cxnChg chg="mod">
          <ac:chgData name="Terence Yang(楊金晶_PSZ)" userId="04050711-1c2b-4376-8c27-98d2e13849ce" providerId="ADAL" clId="{9F3395C2-1C42-496B-8D8D-0B0886CB10DC}" dt="2023-06-15T06:27:31.628" v="867"/>
          <ac:cxnSpMkLst>
            <pc:docMk/>
            <pc:sldMk cId="4235030489" sldId="634"/>
            <ac:cxnSpMk id="518" creationId="{1FFEAC82-E8A1-6BAF-8D40-7088B86E2F9F}"/>
          </ac:cxnSpMkLst>
        </pc:cxnChg>
        <pc:cxnChg chg="mod">
          <ac:chgData name="Terence Yang(楊金晶_PSZ)" userId="04050711-1c2b-4376-8c27-98d2e13849ce" providerId="ADAL" clId="{9F3395C2-1C42-496B-8D8D-0B0886CB10DC}" dt="2023-06-15T06:27:31.628" v="867"/>
          <ac:cxnSpMkLst>
            <pc:docMk/>
            <pc:sldMk cId="4235030489" sldId="634"/>
            <ac:cxnSpMk id="532" creationId="{CDC3DD1A-D0B8-9A55-38E4-A4943578F190}"/>
          </ac:cxnSpMkLst>
        </pc:cxnChg>
        <pc:cxnChg chg="mod">
          <ac:chgData name="Terence Yang(楊金晶_PSZ)" userId="04050711-1c2b-4376-8c27-98d2e13849ce" providerId="ADAL" clId="{9F3395C2-1C42-496B-8D8D-0B0886CB10DC}" dt="2023-06-15T06:27:31.628" v="867"/>
          <ac:cxnSpMkLst>
            <pc:docMk/>
            <pc:sldMk cId="4235030489" sldId="634"/>
            <ac:cxnSpMk id="533" creationId="{E936BB93-CB51-0F1B-D6A7-FB0398432ACF}"/>
          </ac:cxnSpMkLst>
        </pc:cxnChg>
      </pc:sldChg>
      <pc:sldChg chg="addSp delSp modSp new del mod">
        <pc:chgData name="Terence Yang(楊金晶_PSZ)" userId="04050711-1c2b-4376-8c27-98d2e13849ce" providerId="ADAL" clId="{9F3395C2-1C42-496B-8D8D-0B0886CB10DC}" dt="2023-06-15T04:51:09.883" v="695" actId="47"/>
        <pc:sldMkLst>
          <pc:docMk/>
          <pc:sldMk cId="603758877" sldId="635"/>
        </pc:sldMkLst>
        <pc:spChg chg="del">
          <ac:chgData name="Terence Yang(楊金晶_PSZ)" userId="04050711-1c2b-4376-8c27-98d2e13849ce" providerId="ADAL" clId="{9F3395C2-1C42-496B-8D8D-0B0886CB10DC}" dt="2023-06-15T03:17:19.547" v="634" actId="478"/>
          <ac:spMkLst>
            <pc:docMk/>
            <pc:sldMk cId="603758877" sldId="635"/>
            <ac:spMk id="2" creationId="{872619E4-F433-2C7C-FD8C-5EAAD93F5105}"/>
          </ac:spMkLst>
        </pc:spChg>
        <pc:spChg chg="del">
          <ac:chgData name="Terence Yang(楊金晶_PSZ)" userId="04050711-1c2b-4376-8c27-98d2e13849ce" providerId="ADAL" clId="{9F3395C2-1C42-496B-8D8D-0B0886CB10DC}" dt="2023-06-15T03:17:19.547" v="634" actId="478"/>
          <ac:spMkLst>
            <pc:docMk/>
            <pc:sldMk cId="603758877" sldId="635"/>
            <ac:spMk id="3" creationId="{472A904A-5024-0A70-4A42-F6C9FB9A0F41}"/>
          </ac:spMkLst>
        </pc:spChg>
        <pc:spChg chg="add del mod">
          <ac:chgData name="Terence Yang(楊金晶_PSZ)" userId="04050711-1c2b-4376-8c27-98d2e13849ce" providerId="ADAL" clId="{9F3395C2-1C42-496B-8D8D-0B0886CB10DC}" dt="2023-06-15T04:51:06.989" v="693" actId="21"/>
          <ac:spMkLst>
            <pc:docMk/>
            <pc:sldMk cId="603758877" sldId="635"/>
            <ac:spMk id="4" creationId="{D7F09404-82CB-8E12-7487-C5A1DD230264}"/>
          </ac:spMkLst>
        </pc:spChg>
        <pc:spChg chg="del mod topLvl">
          <ac:chgData name="Terence Yang(楊金晶_PSZ)" userId="04050711-1c2b-4376-8c27-98d2e13849ce" providerId="ADAL" clId="{9F3395C2-1C42-496B-8D8D-0B0886CB10DC}" dt="2023-06-15T04:50:42.951" v="688" actId="21"/>
          <ac:spMkLst>
            <pc:docMk/>
            <pc:sldMk cId="603758877" sldId="635"/>
            <ac:spMk id="12" creationId="{D470570B-9FD9-4981-C57E-DB3828169D7D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3" creationId="{9DFEEA78-57CD-D35B-E3D0-F6DA62C0F1AA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4" creationId="{03FA8578-C8E9-2F13-A0D8-0355FEC2EF48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5" creationId="{54F3827B-5F2C-28AC-3CAD-63963C9AFC64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6" creationId="{EC51B1CB-4B8D-3968-32B5-034959A614E0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7" creationId="{52CC76E4-F384-2DBC-1C1B-4DFFF617BBAD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8" creationId="{D59E333E-3691-F4A6-8E25-7E1FE80DEA44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9" creationId="{00C48383-BF4E-CDA1-9152-44DA6199FC1D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20" creationId="{B2B7AB70-21A9-3663-A8FD-5BADD42A947E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21" creationId="{1080ABC7-0A96-7D61-9B1C-CBD8F04C1BD6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22" creationId="{4F84A612-E7A8-303C-3EAB-77BA813FD89C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23" creationId="{29A1A76D-7914-EAFB-4458-3E6C1F797338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24" creationId="{774509E1-8275-D6E8-2395-A99CC4713771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25" creationId="{97917598-6400-D0CD-8410-F53E5305CE3F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26" creationId="{48C633BF-486A-8B36-951D-0BA981DC4AA5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27" creationId="{E000CDF4-24EE-B27D-DB79-9CB329F3652A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28" creationId="{7FE5E25D-66F2-4542-1BE4-58B44701EB6B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29" creationId="{7B076E56-2A85-55A7-A280-C0EF2ED0D349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30" creationId="{A23FBBF6-36A1-35D1-B752-0B51BA3BFBCC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31" creationId="{D370DF83-CFF0-CFBE-4DEB-2891D7165F42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32" creationId="{E9E327B3-3ED2-6572-C570-A5FE7816E623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33" creationId="{14F9D50D-9F1E-554C-43F6-819EB39C4DA7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34" creationId="{171D2CD9-0AED-367E-D7BA-01B125616D36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35" creationId="{08A182B0-A71D-13B9-CAC9-680433DA44CD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36" creationId="{98D00A98-4502-E2CB-2746-C966B5FF4F9D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37" creationId="{C04E9831-AE3D-89A0-940F-1AEC47CC615C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38" creationId="{048EEAC8-3CFD-FC80-DF16-DF2C2BF2DAC1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39" creationId="{B7B0D4AA-3D23-783B-7C16-8A3A40F6981B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40" creationId="{6BB28C38-53BA-9741-F049-2124342D80B8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41" creationId="{6ECE30B2-0237-8DB5-741B-7A28B62F4B1E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42" creationId="{A860ED68-C873-D683-DB1E-34A4538F2340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43" creationId="{02BFE7BD-C001-309F-9A5F-0A298D6C17BA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44" creationId="{6576FDA7-2344-96A2-ACCC-A0AE76A37620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45" creationId="{9EEBCE1E-6046-2760-5407-992008322A41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46" creationId="{30A427BC-D3C5-0BDF-974E-0D54BFF11C65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58" creationId="{6C3FBC47-487C-80EC-C35E-81CCB384D1AC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59" creationId="{C2C37698-341E-C381-2585-F747BE165E53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60" creationId="{8B013EE8-E3A8-6484-F747-D4DC42177F3E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61" creationId="{5CA61986-35AB-694F-0ACB-0DB5739AFFCA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62" creationId="{F1269EA4-BA73-F470-1F7D-F048230B9384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63" creationId="{EE2E1481-C3B8-0087-25B3-9C2CDE276A04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64" creationId="{7A660678-19CB-252F-576C-6BE5D65DB2E5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65" creationId="{D1F1B701-D769-89B3-3F5D-F60989C39B7C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66" creationId="{DB6FAC7D-004F-C182-C465-24B17C1A7379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67" creationId="{ADB2DF6C-956B-69A9-D92A-9A4EED29F8FA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68" creationId="{B77FF233-9B41-FA66-BFA2-8083363A0B38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69" creationId="{AF252122-5E77-3437-BDD5-228CB708FDE8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70" creationId="{793DF006-87E6-327F-FE4D-483DF1AFB884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85" creationId="{1FAC62C1-7BFB-DC55-B653-DE3FC0D170D5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86" creationId="{C13BC6E3-1514-4D10-8D81-4A83C0188263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89" creationId="{71E625D1-4DB9-04EB-5476-B324AB0F3D76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90" creationId="{FF242E30-9848-5585-C959-65CC97D82D1B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91" creationId="{CF855D0B-92A8-E552-79C1-2F7A8B6C716B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92" creationId="{F773B29A-F491-9C7D-4BD5-9D61DF14448E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93" creationId="{541D4586-C64B-8D37-488F-3A456B8EEEB9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94" creationId="{DA24556B-C845-BA81-C76E-6ACF425A7A1D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95" creationId="{6516871E-E95B-55ED-7939-797FCA1810DC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96" creationId="{214701E0-E802-EE95-B0F0-BE664AF237A4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97" creationId="{CF78CC53-24ED-049B-6E24-485C2DE0AE74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98" creationId="{6D9D2B0C-7D48-036B-4677-70E93A5995A3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99" creationId="{A75CFC8E-316A-EBB3-2A6C-1D0D159BE9FA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00" creationId="{7D78EA07-3801-7D96-9354-4E986BF01BD3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01" creationId="{9E3C276D-62C2-43D1-2ACC-F7A93095E9B7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02" creationId="{3511E15B-41AF-9128-942F-C556FE999312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03" creationId="{2037E31B-7EEA-B6B5-0AC0-0CF3D49BEC61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04" creationId="{CAD723D2-A510-3BF2-ED57-8D2CE770955F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05" creationId="{11EB5B0B-060C-CABA-E842-517E2A3AF6FC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06" creationId="{2D50B817-5008-3BA1-B817-B42A387F313C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07" creationId="{BE76F937-E904-847E-5FEA-CAB185008385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08" creationId="{63661B65-242D-05BD-527D-84B8C999D81D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09" creationId="{52585080-5A98-0166-6300-63FC7957CC49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10" creationId="{1A95677E-10C4-7CC0-6307-31CF3EE2EBC5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11" creationId="{88BEC213-10EC-4AC3-7206-6D82D8B93E7F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12" creationId="{A8CB5F68-40D5-0282-BFA0-853B4AE1C72C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13" creationId="{ADC7FE17-11B9-65AC-D125-E99C8F020136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14" creationId="{704D7178-57E5-B681-7AA8-3EC9BF96B807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15" creationId="{8458FF5F-CAA0-7F71-DACE-109E5C5B141D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16" creationId="{C36B7480-4F7A-2591-5D20-B8995D6A3324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17" creationId="{8041FEEE-A862-F9A9-BB28-5228419859AD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18" creationId="{959F678A-4081-D461-8607-2A1C09C4808E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19" creationId="{494F7F31-166E-05A6-8025-6489069141BD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20" creationId="{61C26B40-6EFD-9919-FFD4-6692FB320E39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21" creationId="{9F1A8577-5902-743A-FDDE-5B3034062FAF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22" creationId="{42A200F7-EB65-4A40-7EE5-28200F18867B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23" creationId="{FBBD7C31-06EA-C9EF-4742-FFE016A80554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24" creationId="{82D64983-B10B-5C08-A3CA-1154A2FEC70A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25" creationId="{E6D3B8A2-25F0-4E58-F3A5-06E13036B290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26" creationId="{C1B2B349-FDBD-23F5-614D-1383DA111450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27" creationId="{CAD3A6CB-3032-10B2-CEA8-847661145CBD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28" creationId="{33ECAAE6-D174-4A28-AE16-EBB0103549EA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29" creationId="{ED0686A8-3E97-9995-18AE-24A7EAAD601C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30" creationId="{04BA3352-DA2D-22BA-B603-70532741DEEC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31" creationId="{C0A43ECB-A697-1151-9CB3-4BC66C56DE6C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32" creationId="{9B3DD2F6-BBB9-5D10-9860-8C9E764EFA5B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33" creationId="{86E8FAD6-AB03-1360-DB45-DE10EA2048DA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34" creationId="{88A078AE-2D22-1D59-51FE-6FEEB7E38E82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35" creationId="{EBE4D4EB-C378-1966-F55E-FD6D1F673B36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36" creationId="{DF4CED45-F9A5-58BB-9B68-ECA2AD47D93A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37" creationId="{87903957-EA34-D617-305D-E953D6B71C8C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38" creationId="{5B6A2D29-72E6-CC74-8CC2-F8FBB6DA6C9B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39" creationId="{CD321697-BA7C-3190-6453-0E54C0D98921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40" creationId="{F94768C5-C4A1-F665-625C-14B228346A5B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41" creationId="{887DCB88-E4BF-C477-C9AA-EAC814E9B43B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42" creationId="{2F73082D-19B7-7D8B-B047-65DDEBF1C436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43" creationId="{5B343D4D-B28C-1F94-8DEA-90FB6EC69726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44" creationId="{BFD5510F-DE8D-DBEC-C95B-9DA7A2E42926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45" creationId="{408EB932-94CB-7216-98B9-9304095F9070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46" creationId="{67020504-73BA-5C01-9C4E-B34831A1B567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47" creationId="{745CD555-5838-3AD9-F259-375A9DFC2287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48" creationId="{4B6C976A-3603-0241-546F-C51BD84426F4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49" creationId="{743B2809-9E5D-C822-0ED9-BB6E0B40ECD8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50" creationId="{070B98B4-992E-E7C6-A72B-25F727EB468D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58" creationId="{06FAD939-9527-5D07-70A7-A082A40B58CC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59" creationId="{C70AB9C6-B86D-FED7-743D-2A8E65299520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60" creationId="{B43D2571-855E-1AE1-9FC2-8F1BA581037D}"/>
          </ac:spMkLst>
        </pc:spChg>
        <pc:spChg chg="mod">
          <ac:chgData name="Terence Yang(楊金晶_PSZ)" userId="04050711-1c2b-4376-8c27-98d2e13849ce" providerId="ADAL" clId="{9F3395C2-1C42-496B-8D8D-0B0886CB10DC}" dt="2023-06-15T03:18:00.688" v="661" actId="165"/>
          <ac:spMkLst>
            <pc:docMk/>
            <pc:sldMk cId="603758877" sldId="635"/>
            <ac:spMk id="161" creationId="{AF724CCA-F1FA-3AE4-0CB2-0F04B23B670D}"/>
          </ac:spMkLst>
        </pc:spChg>
        <pc:spChg chg="add del mod topLvl">
          <ac:chgData name="Terence Yang(楊金晶_PSZ)" userId="04050711-1c2b-4376-8c27-98d2e13849ce" providerId="ADAL" clId="{9F3395C2-1C42-496B-8D8D-0B0886CB10DC}" dt="2023-06-15T04:50:42.951" v="688" actId="21"/>
          <ac:spMkLst>
            <pc:docMk/>
            <pc:sldMk cId="603758877" sldId="635"/>
            <ac:spMk id="217" creationId="{1CB3B09C-4BB8-3498-EAD8-346C49409A10}"/>
          </ac:spMkLst>
        </pc:spChg>
        <pc:spChg chg="del mod topLvl">
          <ac:chgData name="Terence Yang(楊金晶_PSZ)" userId="04050711-1c2b-4376-8c27-98d2e13849ce" providerId="ADAL" clId="{9F3395C2-1C42-496B-8D8D-0B0886CB10DC}" dt="2023-06-15T04:51:04.018" v="692" actId="478"/>
          <ac:spMkLst>
            <pc:docMk/>
            <pc:sldMk cId="603758877" sldId="635"/>
            <ac:spMk id="218" creationId="{94979B9E-5205-1F8F-55A0-F560EA437D53}"/>
          </ac:spMkLst>
        </pc:spChg>
        <pc:spChg chg="add del mod">
          <ac:chgData name="Terence Yang(楊金晶_PSZ)" userId="04050711-1c2b-4376-8c27-98d2e13849ce" providerId="ADAL" clId="{9F3395C2-1C42-496B-8D8D-0B0886CB10DC}" dt="2023-06-15T04:40:40.124" v="670"/>
          <ac:spMkLst>
            <pc:docMk/>
            <pc:sldMk cId="603758877" sldId="635"/>
            <ac:spMk id="219" creationId="{D51D1AA5-E5F5-C082-9EDB-BC0DC7E48759}"/>
          </ac:spMkLst>
        </pc:spChg>
        <pc:spChg chg="mod">
          <ac:chgData name="Terence Yang(楊金晶_PSZ)" userId="04050711-1c2b-4376-8c27-98d2e13849ce" providerId="ADAL" clId="{9F3395C2-1C42-496B-8D8D-0B0886CB10DC}" dt="2023-06-15T04:40:38.643" v="669"/>
          <ac:spMkLst>
            <pc:docMk/>
            <pc:sldMk cId="603758877" sldId="635"/>
            <ac:spMk id="221" creationId="{E6187DB4-BA4B-7E4D-3049-B93F4EF418FA}"/>
          </ac:spMkLst>
        </pc:spChg>
        <pc:spChg chg="mod">
          <ac:chgData name="Terence Yang(楊金晶_PSZ)" userId="04050711-1c2b-4376-8c27-98d2e13849ce" providerId="ADAL" clId="{9F3395C2-1C42-496B-8D8D-0B0886CB10DC}" dt="2023-06-15T04:40:38.643" v="669"/>
          <ac:spMkLst>
            <pc:docMk/>
            <pc:sldMk cId="603758877" sldId="635"/>
            <ac:spMk id="222" creationId="{65B9FFBF-465B-5D96-F39A-7AEAA5B78649}"/>
          </ac:spMkLst>
        </pc:spChg>
        <pc:spChg chg="mod">
          <ac:chgData name="Terence Yang(楊金晶_PSZ)" userId="04050711-1c2b-4376-8c27-98d2e13849ce" providerId="ADAL" clId="{9F3395C2-1C42-496B-8D8D-0B0886CB10DC}" dt="2023-06-15T04:40:38.643" v="669"/>
          <ac:spMkLst>
            <pc:docMk/>
            <pc:sldMk cId="603758877" sldId="635"/>
            <ac:spMk id="223" creationId="{FD22C6A4-6FB3-3055-1AA9-768BB77B741F}"/>
          </ac:spMkLst>
        </pc:spChg>
        <pc:spChg chg="mod">
          <ac:chgData name="Terence Yang(楊金晶_PSZ)" userId="04050711-1c2b-4376-8c27-98d2e13849ce" providerId="ADAL" clId="{9F3395C2-1C42-496B-8D8D-0B0886CB10DC}" dt="2023-06-15T04:40:38.643" v="669"/>
          <ac:spMkLst>
            <pc:docMk/>
            <pc:sldMk cId="603758877" sldId="635"/>
            <ac:spMk id="224" creationId="{22E426FB-1BCF-F8BD-9064-517C78C02C66}"/>
          </ac:spMkLst>
        </pc:spChg>
        <pc:spChg chg="mod">
          <ac:chgData name="Terence Yang(楊金晶_PSZ)" userId="04050711-1c2b-4376-8c27-98d2e13849ce" providerId="ADAL" clId="{9F3395C2-1C42-496B-8D8D-0B0886CB10DC}" dt="2023-06-15T04:40:38.643" v="669"/>
          <ac:spMkLst>
            <pc:docMk/>
            <pc:sldMk cId="603758877" sldId="635"/>
            <ac:spMk id="225" creationId="{A34BCECE-FDDE-D0C6-9608-08A9C98E5870}"/>
          </ac:spMkLst>
        </pc:spChg>
        <pc:spChg chg="mod">
          <ac:chgData name="Terence Yang(楊金晶_PSZ)" userId="04050711-1c2b-4376-8c27-98d2e13849ce" providerId="ADAL" clId="{9F3395C2-1C42-496B-8D8D-0B0886CB10DC}" dt="2023-06-15T04:40:38.643" v="669"/>
          <ac:spMkLst>
            <pc:docMk/>
            <pc:sldMk cId="603758877" sldId="635"/>
            <ac:spMk id="226" creationId="{655FD46C-9174-601D-17FD-E79A98A2F54C}"/>
          </ac:spMkLst>
        </pc:spChg>
        <pc:spChg chg="add del mod">
          <ac:chgData name="Terence Yang(楊金晶_PSZ)" userId="04050711-1c2b-4376-8c27-98d2e13849ce" providerId="ADAL" clId="{9F3395C2-1C42-496B-8D8D-0B0886CB10DC}" dt="2023-06-15T04:40:40.124" v="670"/>
          <ac:spMkLst>
            <pc:docMk/>
            <pc:sldMk cId="603758877" sldId="635"/>
            <ac:spMk id="227" creationId="{3E0FC20C-7683-D497-509E-1EC6D0437CDA}"/>
          </ac:spMkLst>
        </pc:spChg>
        <pc:grpChg chg="add del 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5" creationId="{C527076E-9AF4-0C60-2BFE-BEAA4B2CB211}"/>
          </ac:grpSpMkLst>
        </pc:grpChg>
        <pc:grpChg chg="del mod topLvl">
          <ac:chgData name="Terence Yang(楊金晶_PSZ)" userId="04050711-1c2b-4376-8c27-98d2e13849ce" providerId="ADAL" clId="{9F3395C2-1C42-496B-8D8D-0B0886CB10DC}" dt="2023-06-15T03:18:08.179" v="662" actId="165"/>
          <ac:grpSpMkLst>
            <pc:docMk/>
            <pc:sldMk cId="603758877" sldId="635"/>
            <ac:grpSpMk id="6" creationId="{8610EB51-2694-CE41-F635-65505A7155E8}"/>
          </ac:grpSpMkLst>
        </pc:grpChg>
        <pc:grpChg chg="del mod topLvl">
          <ac:chgData name="Terence Yang(楊金晶_PSZ)" userId="04050711-1c2b-4376-8c27-98d2e13849ce" providerId="ADAL" clId="{9F3395C2-1C42-496B-8D8D-0B0886CB10DC}" dt="2023-06-15T04:51:04.018" v="692" actId="478"/>
          <ac:grpSpMkLst>
            <pc:docMk/>
            <pc:sldMk cId="603758877" sldId="635"/>
            <ac:grpSpMk id="7" creationId="{09A15151-893B-3FB4-6093-328D117706F3}"/>
          </ac:grpSpMkLst>
        </pc:grpChg>
        <pc:grpChg chg="del mod topLvl">
          <ac:chgData name="Terence Yang(楊金晶_PSZ)" userId="04050711-1c2b-4376-8c27-98d2e13849ce" providerId="ADAL" clId="{9F3395C2-1C42-496B-8D8D-0B0886CB10DC}" dt="2023-06-15T04:50:56.981" v="690" actId="21"/>
          <ac:grpSpMkLst>
            <pc:docMk/>
            <pc:sldMk cId="603758877" sldId="635"/>
            <ac:grpSpMk id="8" creationId="{36984AFE-BA05-EAA2-60D0-6D3EA5D15C09}"/>
          </ac:grpSpMkLst>
        </pc:grpChg>
        <pc:grpChg chg="del mod topLvl">
          <ac:chgData name="Terence Yang(楊金晶_PSZ)" userId="04050711-1c2b-4376-8c27-98d2e13849ce" providerId="ADAL" clId="{9F3395C2-1C42-496B-8D8D-0B0886CB10DC}" dt="2023-06-15T04:50:56.981" v="690" actId="21"/>
          <ac:grpSpMkLst>
            <pc:docMk/>
            <pc:sldMk cId="603758877" sldId="635"/>
            <ac:grpSpMk id="9" creationId="{DDDD3A40-3175-F67C-B241-871C7F00B060}"/>
          </ac:grpSpMkLst>
        </pc:grpChg>
        <pc:grpChg chg="del mod topLvl">
          <ac:chgData name="Terence Yang(楊金晶_PSZ)" userId="04050711-1c2b-4376-8c27-98d2e13849ce" providerId="ADAL" clId="{9F3395C2-1C42-496B-8D8D-0B0886CB10DC}" dt="2023-06-15T04:50:56.981" v="690" actId="21"/>
          <ac:grpSpMkLst>
            <pc:docMk/>
            <pc:sldMk cId="603758877" sldId="635"/>
            <ac:grpSpMk id="10" creationId="{060BB474-29F3-861D-934E-38D54A335039}"/>
          </ac:grpSpMkLst>
        </pc:grpChg>
        <pc:grpChg chg="add del mod topLvl">
          <ac:chgData name="Terence Yang(楊金晶_PSZ)" userId="04050711-1c2b-4376-8c27-98d2e13849ce" providerId="ADAL" clId="{9F3395C2-1C42-496B-8D8D-0B0886CB10DC}" dt="2023-06-15T04:50:56.981" v="690" actId="21"/>
          <ac:grpSpMkLst>
            <pc:docMk/>
            <pc:sldMk cId="603758877" sldId="635"/>
            <ac:grpSpMk id="11" creationId="{A6B8ACF2-2254-A884-F5D8-789654A764DA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47" creationId="{E480B316-FC2F-62FD-FE9E-326C6F60F30D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48" creationId="{30F132C2-36E7-8484-DEEA-B2BFB82A81A8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49" creationId="{A6D8E4E9-51E4-8CFA-1CCE-AF1817274B53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50" creationId="{DE64A197-E03B-A6BF-2BF7-9B5F0C8A799D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51" creationId="{C12F2292-A185-222D-2296-CB326FA12367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52" creationId="{CABF8EC9-9475-7253-E816-F39EC3E6E711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53" creationId="{1DB584DC-0D02-9619-1340-A160673EDFAA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54" creationId="{BA7E2EB5-9BDF-BA71-19AF-E7E43D99DE87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55" creationId="{03F3C571-F036-B4D9-9170-8F866A3D46E7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56" creationId="{9C2800FB-D492-E867-95BC-5C5E4906690E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57" creationId="{82D0FB87-F979-F9EA-8F82-BBC830FE64E6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71" creationId="{BED601B7-7C32-B4B6-BCB3-43FECCCA36D5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72" creationId="{0C431428-99CB-DC63-B3E2-321785D540F9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73" creationId="{AA4051C3-DA57-7B09-7078-8476B00333C4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74" creationId="{C95292BD-EABF-61C0-4A00-F0AC63395FDB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75" creationId="{EE0283A5-DBDF-FB1E-82E3-9377416BD7ED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76" creationId="{C58E9552-CAB2-65B0-F6D6-F2E8CE66A61D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77" creationId="{86643BA0-82C7-7665-8328-3CA8C49B74CA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78" creationId="{226AA7EB-C5FD-067C-B536-8FA9D5D8247A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79" creationId="{9DFFB140-ECEF-0CF1-E4F6-92A20FF77CCB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80" creationId="{36CADD79-28A5-3E0A-1018-AF81ADE11F7A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81" creationId="{70F11C01-5335-BA0B-97F1-AEF2FDA7CE34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82" creationId="{542F2731-A644-3FB5-F392-15E2E5FC4F19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84" creationId="{902BBAA7-2178-6D73-8CEC-A37AD9D98D08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151" creationId="{C699BE3A-D576-1A72-6D4E-60045E4F79DF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162" creationId="{6424BFDC-C542-8265-DCCB-F88371E3CADC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163" creationId="{B236C192-9BD5-473B-E515-C15571003005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164" creationId="{E5DBE857-7B2C-A963-A7E7-8CA0BC0152C4}"/>
          </ac:grpSpMkLst>
        </pc:grpChg>
        <pc:grpChg chg="mod">
          <ac:chgData name="Terence Yang(楊金晶_PSZ)" userId="04050711-1c2b-4376-8c27-98d2e13849ce" providerId="ADAL" clId="{9F3395C2-1C42-496B-8D8D-0B0886CB10DC}" dt="2023-06-15T03:18:00.688" v="661" actId="165"/>
          <ac:grpSpMkLst>
            <pc:docMk/>
            <pc:sldMk cId="603758877" sldId="635"/>
            <ac:grpSpMk id="165" creationId="{E4142390-8A5C-B84C-F3C0-2AD7C05F062B}"/>
          </ac:grpSpMkLst>
        </pc:grpChg>
        <pc:grpChg chg="add del mod">
          <ac:chgData name="Terence Yang(楊金晶_PSZ)" userId="04050711-1c2b-4376-8c27-98d2e13849ce" providerId="ADAL" clId="{9F3395C2-1C42-496B-8D8D-0B0886CB10DC}" dt="2023-06-15T04:40:40.124" v="670"/>
          <ac:grpSpMkLst>
            <pc:docMk/>
            <pc:sldMk cId="603758877" sldId="635"/>
            <ac:grpSpMk id="220" creationId="{63B837F7-87D7-3369-6EEE-980D701971D8}"/>
          </ac:grpSpMkLst>
        </pc:grp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83" creationId="{DBA3E927-E402-3D14-0BE5-C78E28D425F1}"/>
          </ac:cxnSpMkLst>
        </pc:cxnChg>
        <pc:cxnChg chg="mod">
          <ac:chgData name="Terence Yang(楊金晶_PSZ)" userId="04050711-1c2b-4376-8c27-98d2e13849ce" providerId="ADAL" clId="{9F3395C2-1C42-496B-8D8D-0B0886CB10DC}" dt="2023-06-15T04:50:56.981" v="690" actId="21"/>
          <ac:cxnSpMkLst>
            <pc:docMk/>
            <pc:sldMk cId="603758877" sldId="635"/>
            <ac:cxnSpMk id="87" creationId="{CD10C998-6F95-2C6B-3337-C49666FBDFA3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88" creationId="{C4218055-5B9D-74F7-7D3A-FC63A7BAF2A9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52" creationId="{FCFECC7E-3140-20B1-CD56-0CCCD2D8F0D0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53" creationId="{0FFB9EFA-42F4-DC44-3E5C-72B026F37056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54" creationId="{95DB9541-4E5C-7276-99B2-BAC2306E70CA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55" creationId="{E9917788-0399-81D6-5C5B-F4918487BDEE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56" creationId="{20976E8A-FE04-E49C-AF4F-83802677ADCA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57" creationId="{E81BDD0B-87E4-3551-E6DC-E2AA4FB621FF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66" creationId="{7D90D600-B06E-951B-DD54-7EE378DE7DCC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67" creationId="{1203AD22-4562-33BA-503C-3E7959A61060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68" creationId="{616A3C14-13F3-3303-F219-42A15CE19BAA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69" creationId="{C6B04079-B066-A236-DD88-C14B8B87E7AD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70" creationId="{299B062A-913A-6F6C-8F89-156C4AA6AAFD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71" creationId="{E9967536-123B-A42D-22A7-646B699D9724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72" creationId="{FC5ED3C4-59EC-7339-431C-98A064DB411C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73" creationId="{407B5F9F-768D-F926-ED2B-26BC13971D26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74" creationId="{F015174F-C654-684F-E5CE-FF098000AFC9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75" creationId="{A14E72A3-5BEA-687F-11F9-18F8B55022E0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76" creationId="{C68EC867-A449-486D-4F9B-7856411DA9CC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77" creationId="{4E4AF759-4D38-89B7-D33A-DDDF57D911EB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78" creationId="{7E4D43B6-E14C-654B-B2BE-DBF6CC786B4D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79" creationId="{11B3451F-A483-6915-97E1-0BA4FA00744C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80" creationId="{F1E5FA4C-FD09-4961-224D-E4BF5C7B4EC0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81" creationId="{AC932C92-B0DB-9858-655F-FDA8E70037EC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82" creationId="{F08A1F3D-324D-8FF0-9EE9-01D51D1B3482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83" creationId="{DA53918B-225E-1A36-593B-A6614373FEB6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84" creationId="{0178EA02-431D-43EB-6F45-789BB809ABD4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85" creationId="{F079C907-2AC9-958B-3981-11E374EBA404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86" creationId="{DB5E79EC-FD25-2C42-639F-0A02D866CA7F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87" creationId="{77F96846-D86E-6298-8A68-B88E44230A56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88" creationId="{57200C32-756B-3F5A-CAAB-925EA9C53D9D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89" creationId="{514F65A8-5EEE-A2C6-B860-3F81BB8AAB4C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90" creationId="{1F115D98-D5FD-E339-1C80-149B0A91A444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91" creationId="{EE5BA7C8-CA52-3819-E185-130B225292A6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92" creationId="{6AD2F558-EEF9-2E44-A5EA-335843234754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93" creationId="{0C992DE1-8692-EA65-4439-32FD4B8D8462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94" creationId="{F40D15B9-D7DA-DB84-6939-934F19B223DB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95" creationId="{19082782-E7A0-C679-2040-F51FBC26E91C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96" creationId="{75FE20B3-ED70-94E9-494B-709B245C2E7C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97" creationId="{DD017622-B16B-370C-1975-4EE648256ABA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98" creationId="{9C289329-3A8B-CE26-AC56-397286148307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199" creationId="{888CD5E4-0F4A-4F12-5768-0771F48661D0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00" creationId="{021CC149-D98A-ABF8-7804-F07A1948C05B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01" creationId="{008A44CC-B548-4220-3FC2-200E9658B86F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02" creationId="{1C26907D-92A9-5879-3E42-08639007A20A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03" creationId="{62623CF1-AB4C-542F-F31F-2CB095C97D82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04" creationId="{91DC38DF-5110-D169-CB0D-681BCFA69B36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05" creationId="{8AE51D0D-2229-4887-B7F0-F127BECCE6A4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06" creationId="{2B5DD748-2E91-BA17-D5AA-CD11680662E4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07" creationId="{2BAFC07B-D3E3-8377-2276-BDE0AABA5154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08" creationId="{3658208C-F48E-FAA1-3FE1-F79964FC3288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09" creationId="{F8CE06FC-3EC1-5F9B-5B68-FFFD769294CD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10" creationId="{B3A91051-CD54-AB4D-7539-56B58E87AAF5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11" creationId="{6BD1B5EA-BFEE-B3FA-4119-49568876514A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12" creationId="{FEC52C7B-31BC-E271-D858-48527309F5F1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13" creationId="{2ED395DE-61B7-0CC1-1541-B3B5FE19F43A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14" creationId="{90E1B7E8-B446-C83B-7B99-9A095825E351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15" creationId="{7FF6BC99-CE86-EA4A-BB92-B395005EDFDF}"/>
          </ac:cxnSpMkLst>
        </pc:cxnChg>
        <pc:cxnChg chg="mod">
          <ac:chgData name="Terence Yang(楊金晶_PSZ)" userId="04050711-1c2b-4376-8c27-98d2e13849ce" providerId="ADAL" clId="{9F3395C2-1C42-496B-8D8D-0B0886CB10DC}" dt="2023-06-15T03:18:00.688" v="661" actId="165"/>
          <ac:cxnSpMkLst>
            <pc:docMk/>
            <pc:sldMk cId="603758877" sldId="635"/>
            <ac:cxnSpMk id="216" creationId="{DA7F5C27-E2BA-2CEA-458F-5051D7472335}"/>
          </ac:cxnSpMkLst>
        </pc:cxnChg>
      </pc:sldChg>
      <pc:sldChg chg="addSp delSp modSp add mod">
        <pc:chgData name="Terence Yang(楊金晶_PSZ)" userId="04050711-1c2b-4376-8c27-98d2e13849ce" providerId="ADAL" clId="{9F3395C2-1C42-496B-8D8D-0B0886CB10DC}" dt="2023-06-15T06:28:05.819" v="874" actId="164"/>
        <pc:sldMkLst>
          <pc:docMk/>
          <pc:sldMk cId="113019100" sldId="636"/>
        </pc:sldMkLst>
        <pc:spChg chg="add mod">
          <ac:chgData name="Terence Yang(楊金晶_PSZ)" userId="04050711-1c2b-4376-8c27-98d2e13849ce" providerId="ADAL" clId="{9F3395C2-1C42-496B-8D8D-0B0886CB10DC}" dt="2023-06-15T04:52:26.272" v="704" actId="164"/>
          <ac:spMkLst>
            <pc:docMk/>
            <pc:sldMk cId="113019100" sldId="636"/>
            <ac:spMk id="2" creationId="{75533B94-1139-C870-45BA-E0A2440A90B5}"/>
          </ac:spMkLst>
        </pc:spChg>
        <pc:spChg chg="add mod">
          <ac:chgData name="Terence Yang(楊金晶_PSZ)" userId="04050711-1c2b-4376-8c27-98d2e13849ce" providerId="ADAL" clId="{9F3395C2-1C42-496B-8D8D-0B0886CB10DC}" dt="2023-06-15T04:52:26.272" v="704" actId="164"/>
          <ac:spMkLst>
            <pc:docMk/>
            <pc:sldMk cId="113019100" sldId="636"/>
            <ac:spMk id="3" creationId="{54F63A9D-6485-1007-37E8-4BA7599D7125}"/>
          </ac:spMkLst>
        </pc:spChg>
        <pc:spChg chg="mod">
          <ac:chgData name="Terence Yang(楊金晶_PSZ)" userId="04050711-1c2b-4376-8c27-98d2e13849ce" providerId="ADAL" clId="{9F3395C2-1C42-496B-8D8D-0B0886CB10DC}" dt="2023-06-15T04:40:47.503" v="679" actId="20577"/>
          <ac:spMkLst>
            <pc:docMk/>
            <pc:sldMk cId="113019100" sldId="636"/>
            <ac:spMk id="4" creationId="{D7F09404-82CB-8E12-7487-C5A1DD230264}"/>
          </ac:spMkLst>
        </pc:spChg>
        <pc:spChg chg="del">
          <ac:chgData name="Terence Yang(楊金晶_PSZ)" userId="04050711-1c2b-4376-8c27-98d2e13849ce" providerId="ADAL" clId="{9F3395C2-1C42-496B-8D8D-0B0886CB10DC}" dt="2023-06-15T04:51:22.632" v="696" actId="478"/>
          <ac:spMkLst>
            <pc:docMk/>
            <pc:sldMk cId="113019100" sldId="636"/>
            <ac:spMk id="12" creationId="{D470570B-9FD9-4981-C57E-DB3828169D7D}"/>
          </ac:spMkLst>
        </pc:spChg>
        <pc:spChg chg="add del">
          <ac:chgData name="Terence Yang(楊金晶_PSZ)" userId="04050711-1c2b-4376-8c27-98d2e13849ce" providerId="ADAL" clId="{9F3395C2-1C42-496B-8D8D-0B0886CB10DC}" dt="2023-06-15T04:51:22.632" v="696" actId="478"/>
          <ac:spMkLst>
            <pc:docMk/>
            <pc:sldMk cId="113019100" sldId="636"/>
            <ac:spMk id="217" creationId="{1CB3B09C-4BB8-3498-EAD8-346C49409A10}"/>
          </ac:spMkLst>
        </pc:spChg>
        <pc:spChg chg="del">
          <ac:chgData name="Terence Yang(楊金晶_PSZ)" userId="04050711-1c2b-4376-8c27-98d2e13849ce" providerId="ADAL" clId="{9F3395C2-1C42-496B-8D8D-0B0886CB10DC}" dt="2023-06-15T04:51:22.632" v="696" actId="478"/>
          <ac:spMkLst>
            <pc:docMk/>
            <pc:sldMk cId="113019100" sldId="636"/>
            <ac:spMk id="218" creationId="{94979B9E-5205-1F8F-55A0-F560EA437D53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25" creationId="{0D5B65F7-EA30-46DA-BCF3-170A660D4CAB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26" creationId="{12FA9A1D-57D9-128F-3A05-EC220E8F9289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27" creationId="{7E84E4A3-006D-8EEF-A6A7-055618F9B7C3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28" creationId="{4ADC3CB8-C578-67EF-94AD-5B6503D89DC6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30" creationId="{AF720717-C573-D598-7FBF-230FE7AE1B7F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31" creationId="{409498D2-E611-6642-851C-59A3C4EBAE45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32" creationId="{F8CF4D9E-9E9A-D392-32EA-859DEB6D1F21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33" creationId="{46982ECC-FC1E-BD05-626C-5526FD0279BD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45" creationId="{7A5E9B6C-D72A-6EE5-BF70-87824B6169A5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46" creationId="{E5F18D32-4782-EFD1-81A5-5B83DF20B629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47" creationId="{33E152B3-89B3-BBC6-CBC8-ED3CAFE139FA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48" creationId="{4C6BA1B8-6B18-6783-5868-890B56AF364E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49" creationId="{E33669FA-26C8-F03E-1615-F91386B6122F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50" creationId="{E58BCE38-50D9-E03F-CC1F-09F9C7FC1492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51" creationId="{77520647-5F19-60FC-6BD5-7F063495966E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52" creationId="{7A2E88E4-98A5-0290-8168-0642416BBBB5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53" creationId="{2F5A8AA7-02F6-AF0C-1276-ACBF5E7D6B2D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54" creationId="{A943B44B-34CC-2BF2-FE55-720E2688C892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55" creationId="{C2A28B16-58EF-87EE-28E3-1340BE75BD5D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56" creationId="{4E84CABC-DC7F-33EE-FC81-0E250B37E212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57" creationId="{A64F1ABF-7269-2F2B-9314-28A8A75A0B53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72" creationId="{3BD7A39C-6FFE-C571-FE4C-FC8E9146B806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73" creationId="{5B00B950-DE2E-57C3-3ED4-2FE688287331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76" creationId="{F3407929-54B2-65F1-DE0E-1ED8C7E0D9CA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77" creationId="{60E1CD5F-8744-A32E-D1A8-D475B9805870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78" creationId="{79F328DF-3BA1-8E9C-82E4-2550BB4BB610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79" creationId="{187ED1F4-D4B8-F8A5-E279-BD725E18E384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80" creationId="{DC553159-0A9A-9705-4249-2F6F8473297E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81" creationId="{DCBCA659-3AC3-5D2A-252B-2119ABBD9FFF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82" creationId="{9D4EA582-C371-F916-FB83-814F958A6F1E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83" creationId="{A590B353-E7E2-9B1D-11B0-8E98B2790EEB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84" creationId="{3F54C0CD-A7E7-ACA6-520E-AFCC6DB10AA0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85" creationId="{DBF8C3C7-B125-11C7-3372-F62C8FB3BD6D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86" creationId="{68CB5D78-17D0-3E89-5AA5-3221CDBD56CB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87" creationId="{F122C0DE-F978-DA07-625D-5F2F428E1AF4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88" creationId="{DFD2248C-3DD4-0B00-A4F1-0EB51E8C0E05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89" creationId="{51E98F9D-637A-1120-CC4E-5272892BC7E0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90" creationId="{0786B3BA-AE03-41EB-8F49-F6BFA976F3B3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91" creationId="{3EA5CB8F-95F7-8811-6954-05F4C6A46BCD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92" creationId="{BCD7D60B-6850-CDC8-C196-FA9820C85C75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93" creationId="{D16BF3DE-6E7B-28C1-29EA-15AF06939DEA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94" creationId="{3A92F445-2C32-89E9-AD8F-63A828B8E4BA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95" creationId="{06872BD7-A0E2-3D89-4F21-9D0EE5E038E0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96" creationId="{57CEAB5E-BD79-CC86-BCA6-496C5BC85B30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97" creationId="{DC97BB86-EC17-F934-09E4-83DA857D7E81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98" creationId="{48FB4CEE-6FA3-58D7-05A1-BC4687B48EC3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299" creationId="{6E7DEB6D-8DEB-3E8E-34A9-89A2D7DF0415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00" creationId="{3DE33511-F084-3594-79AB-2A2541D423E1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01" creationId="{0F965218-E7B3-F79C-331E-57BB684A3C5D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02" creationId="{3895BB0C-8742-53A1-D0F6-82C51274B545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03" creationId="{42036CB5-1137-95B0-5388-E4C2A48D9836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04" creationId="{02B29C7E-41E1-AB1D-AFB7-0305F464B3E1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05" creationId="{6B2D4271-8144-90A7-53BB-0D1C0AB80730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06" creationId="{9C75AEEE-BA5F-B017-28FD-0307B1F33B31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07" creationId="{8A076F1B-E670-E129-1D0A-CEA0B9F2A07A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08" creationId="{1210BE36-34D1-42B2-1A7A-88BF7D8BA6F8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09" creationId="{B2292E69-D5CB-D069-AA22-EFCA12F5B9C7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10" creationId="{5AF38F70-F4B9-2D60-2F54-C72B4BD7CA88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11" creationId="{9EB8C301-21CE-BF71-AB41-638A6938A857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12" creationId="{61D10EC7-4D70-97E3-E48C-85D6E8FDFC04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13" creationId="{9CFF5905-BED7-BB7E-F232-A8C96E0325AD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14" creationId="{6045CF54-9065-1C1E-C067-28A1A9E024D1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15" creationId="{E60C69D8-D1AA-B907-4E4D-133EC00B8231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16" creationId="{B8521BB5-6DF9-FBCE-5257-0F08AF2CAAC0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17" creationId="{9BC94D57-68CE-D115-4FE5-D82A5C800929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18" creationId="{F0444769-8F76-00D8-32B4-7C4CFF7AFB29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19" creationId="{B4562D18-20CF-895F-EE19-3AA31B051E90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20" creationId="{7D219695-5FA3-063B-1425-4F2BE52236AB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21" creationId="{E95018B8-64C2-BE28-F8D7-A95FA44C7A9E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22" creationId="{CCA2F913-9C72-D5B4-0E7D-899949D64204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23" creationId="{1F722111-2B66-0F71-957E-C792A605FDA5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24" creationId="{580CBC91-061C-3549-FDFD-66262CABB800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25" creationId="{DE718740-3A72-4345-C6B8-43159242A8D6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26" creationId="{FAEB5B58-6C8D-E664-A0DC-551D1EAB1935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27" creationId="{271C9FB7-E352-10E9-7475-28752040FBEB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28" creationId="{2D9C228D-BA94-5F6F-CF47-280EDD59CC0D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29" creationId="{BBF1C78F-6BD6-4442-D53E-0DC36D2634AF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30" creationId="{D52B403E-583C-7B4B-A8AB-F805B6AFEB29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31" creationId="{09D6DE82-F6CB-D03F-C9AF-4197660BCE1F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32" creationId="{A42223B3-D142-6670-74E6-09E7EB377595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33" creationId="{4CF0647F-14AA-2F8C-5514-D528FC90EB61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34" creationId="{92EA1994-90B6-68F8-447A-A9B923E361B5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35" creationId="{D1A72313-8545-2C76-31C6-02C7FA39B8E7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36" creationId="{75C46EAB-3A6B-2945-595E-59FB0B0BEC95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37" creationId="{AE6FA87C-C5B4-E284-E677-48E31C63E465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39" creationId="{B493BD82-40A4-0040-B07B-07276AC25FD0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40" creationId="{A7540EB6-2400-5E1F-DF3D-60621BC659ED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41" creationId="{94B071F9-2EDF-5FA3-626E-977FB199AEA3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42" creationId="{6721B632-6895-AB60-6DE6-64E2097A7AAD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43" creationId="{90B735A3-F8AB-9C30-2F1E-1338B5C63221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44" creationId="{ED7C208F-9B9F-FD8F-31DC-40833A66BB13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45" creationId="{AB534ACC-441E-48C8-B100-016601964EA0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46" creationId="{E33C1092-3259-5FEF-E9D3-0614FCE94BC4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47" creationId="{0F50FD84-ABBF-4442-A1B5-D1E51C8B4924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48" creationId="{93F642F7-D3AF-27FB-B4C3-5054AFBF7694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49" creationId="{C46827C9-D391-2487-3A5D-46C971C44AB9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50" creationId="{C828208E-50DF-9880-3469-1EC09F98040E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51" creationId="{2948814E-8417-34EB-82AC-85643222F885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52" creationId="{3422C9B1-1FFF-01CC-E47B-29BF3BC65FA9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53" creationId="{A6C124A4-F7A0-68D8-0679-8BDF8EBE7060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54" creationId="{B27D0FF3-0F7A-3540-215C-056BDD808851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55" creationId="{16B720D8-16C3-6B71-CFD6-BE3BB09FFBE5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56" creationId="{EC41DCDA-10AF-8ECB-4B39-314F4544AB7E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57" creationId="{D703888C-F784-5D13-6A7D-94B354ECFAD7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58" creationId="{1FCBEDE0-F0D1-CF70-BDD4-8D8A509F4D0A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59" creationId="{0A9C1199-1FC8-AE6E-EBBB-3CEEE2D65AF6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60" creationId="{B8106623-77F9-B799-4680-AFC533D6DC02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61" creationId="{626D6023-45B5-DC3D-5F80-0286D8A67552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62" creationId="{236FB3A8-EEA3-47A8-734B-8AAECEB8A94F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64" creationId="{3085C752-8DEA-8CA2-9F9C-DF8EE70FAFFC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65" creationId="{1E7CA3A5-09B3-80A3-EC15-9E57DD3E5AD2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66" creationId="{0F0E001F-C5F8-72C8-55F8-8A149B21DBEF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67" creationId="{B2BA8150-B996-BC0D-E26D-011807BCE61D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68" creationId="{BB864F07-336D-14D0-BFB0-3DBA36E95682}"/>
          </ac:spMkLst>
        </pc:spChg>
        <pc:spChg chg="mod">
          <ac:chgData name="Terence Yang(楊金晶_PSZ)" userId="04050711-1c2b-4376-8c27-98d2e13849ce" providerId="ADAL" clId="{9F3395C2-1C42-496B-8D8D-0B0886CB10DC}" dt="2023-06-15T04:51:22.956" v="697"/>
          <ac:spMkLst>
            <pc:docMk/>
            <pc:sldMk cId="113019100" sldId="636"/>
            <ac:spMk id="369" creationId="{7C216753-D9D1-3061-60C2-48E0BF8114FA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72" creationId="{CB01CA00-9471-2733-7FAF-A33AAF4E6B1A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73" creationId="{A1C85995-C69B-601E-06DA-64A5E2963E5B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75" creationId="{031FAD00-9A7B-DC21-CA49-7BBEB93E893C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76" creationId="{75AD7F6D-048E-4673-2A25-DD6511663DFB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77" creationId="{202B20B9-B026-A43C-A124-7F6D74AF997D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78" creationId="{D53E0E04-8E36-3E32-C902-A606D7B2A73A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79" creationId="{FC8C4A02-D4C2-2B31-A79A-ED0EF0EFCFD9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80" creationId="{810E58F9-BC52-C604-1E12-F433B7A617D3}"/>
          </ac:spMkLst>
        </pc:spChg>
        <pc:spChg chg="add mod topLvl">
          <ac:chgData name="Terence Yang(楊金晶_PSZ)" userId="04050711-1c2b-4376-8c27-98d2e13849ce" providerId="ADAL" clId="{9F3395C2-1C42-496B-8D8D-0B0886CB10DC}" dt="2023-06-15T06:28:05.819" v="874" actId="164"/>
          <ac:spMkLst>
            <pc:docMk/>
            <pc:sldMk cId="113019100" sldId="636"/>
            <ac:spMk id="381" creationId="{77D59C91-09F7-F7AE-18E7-8939123C9FFE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83" creationId="{00A03D79-5750-C063-242E-70417E163EFC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84" creationId="{C968BACE-FE21-4CF7-D34E-82EA3F6D0C31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85" creationId="{B2E611FF-F4B5-8B58-EE9B-7A29A0A83681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86" creationId="{7E6C71C3-9C14-96F6-8383-8BE198B36CE2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87" creationId="{1EA92A11-12D3-A30B-3373-87EC8A18FBAE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88" creationId="{912F9297-DB65-3A2F-EDB6-A5535315D7E3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89" creationId="{FE9A7B59-421B-633E-D11F-9F33DBD2CAC5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90" creationId="{2568318D-EAD0-C7DE-82D7-1ACF3A6F5A5A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91" creationId="{E06A6F00-79FA-98C9-D9B9-9EA620ADB2F0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92" creationId="{26DB34D7-DDF9-86AD-9DC3-8321CAFC31EA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93" creationId="{8569FA99-3287-1220-B58D-F333D5871399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94" creationId="{171EC284-CB64-E6F8-C92E-2CBA70E9E4EA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95" creationId="{D42B445E-9C51-D514-279C-D4077DDE3BE3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96" creationId="{9ED5C30D-5BD2-ECA5-862E-2010CBF16F21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97" creationId="{1600982A-55BD-B8CB-7A20-AF17A19906D0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98" creationId="{B437BEF6-94AD-41F1-3094-64064F1C84CB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399" creationId="{0C9E1B73-5F7E-EADE-56E0-8477F25B20BD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400" creationId="{6E5EF3F3-3FDC-C05A-B15F-FA5B099E9325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401" creationId="{FF4FA4A5-DC23-ED5A-DDED-A93E221A7B4B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402" creationId="{D0DFE38F-822A-1117-145C-9C234F1317E5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403" creationId="{786B075C-CE5F-C31A-6DF3-E291CB822E3D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404" creationId="{DE60371E-A7B5-63B0-AC07-1A5DD5253074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405" creationId="{6A92E051-960C-18D6-0C36-49FDDB041D7B}"/>
          </ac:spMkLst>
        </pc:spChg>
        <pc:spChg chg="mod">
          <ac:chgData name="Terence Yang(楊金晶_PSZ)" userId="04050711-1c2b-4376-8c27-98d2e13849ce" providerId="ADAL" clId="{9F3395C2-1C42-496B-8D8D-0B0886CB10DC}" dt="2023-06-15T06:27:37.585" v="868" actId="165"/>
          <ac:spMkLst>
            <pc:docMk/>
            <pc:sldMk cId="113019100" sldId="636"/>
            <ac:spMk id="406" creationId="{6734E9DA-3517-D64C-CA83-F0E2FF0DCA31}"/>
          </ac:spMkLst>
        </pc:spChg>
        <pc:spChg chg="mod">
          <ac:chgData name="Terence Yang(楊金晶_PSZ)" userId="04050711-1c2b-4376-8c27-98d2e13849ce" providerId="ADAL" clId="{9F3395C2-1C42-496B-8D8D-0B0886CB10DC}" dt="2023-06-15T06:16:06.923" v="861"/>
          <ac:spMkLst>
            <pc:docMk/>
            <pc:sldMk cId="113019100" sldId="636"/>
            <ac:spMk id="416" creationId="{F39CFFBD-D63F-20D1-5CB6-6B8EF61E631F}"/>
          </ac:spMkLst>
        </pc:spChg>
        <pc:spChg chg="mod">
          <ac:chgData name="Terence Yang(楊金晶_PSZ)" userId="04050711-1c2b-4376-8c27-98d2e13849ce" providerId="ADAL" clId="{9F3395C2-1C42-496B-8D8D-0B0886CB10DC}" dt="2023-06-15T06:16:06.923" v="861"/>
          <ac:spMkLst>
            <pc:docMk/>
            <pc:sldMk cId="113019100" sldId="636"/>
            <ac:spMk id="417" creationId="{DCABEF12-8209-33DC-19A4-766CDF87F61A}"/>
          </ac:spMkLst>
        </pc:spChg>
        <pc:spChg chg="mod">
          <ac:chgData name="Terence Yang(楊金晶_PSZ)" userId="04050711-1c2b-4376-8c27-98d2e13849ce" providerId="ADAL" clId="{9F3395C2-1C42-496B-8D8D-0B0886CB10DC}" dt="2023-06-15T06:16:06.923" v="861"/>
          <ac:spMkLst>
            <pc:docMk/>
            <pc:sldMk cId="113019100" sldId="636"/>
            <ac:spMk id="418" creationId="{5DCA6BDD-9FAD-125B-BB0A-97D225812E90}"/>
          </ac:spMkLst>
        </pc:spChg>
        <pc:spChg chg="mod">
          <ac:chgData name="Terence Yang(楊金晶_PSZ)" userId="04050711-1c2b-4376-8c27-98d2e13849ce" providerId="ADAL" clId="{9F3395C2-1C42-496B-8D8D-0B0886CB10DC}" dt="2023-06-15T06:16:06.923" v="861"/>
          <ac:spMkLst>
            <pc:docMk/>
            <pc:sldMk cId="113019100" sldId="636"/>
            <ac:spMk id="419" creationId="{E405E18C-17B9-B800-C6D8-39FFA3DF6E92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21" creationId="{9C216E59-1615-10C1-FAEE-3993F462DE74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22" creationId="{E612D7CD-1102-27F4-EE4A-41E74C38F2BF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23" creationId="{0D47C15F-618F-96CA-8BB9-8E8AEF2534B4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24" creationId="{EADECE2B-7B54-3E67-64B9-21531A0F30B1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36" creationId="{B831C9CA-3D50-B086-8BEF-F26D2B4915CD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37" creationId="{83D4E742-E6EA-5188-3125-B73431CC023A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38" creationId="{B84158A4-31DB-A08F-FF7B-8BF64A090198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39" creationId="{628B16D0-F2DA-07E6-F92B-47C139A5846C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40" creationId="{4B46E698-260F-77B0-C4CD-3B0FC1F0E067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41" creationId="{90FE5C6F-4CCF-D5B0-DD09-A50372FE36B9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42" creationId="{084BD742-5404-ADEF-3C2F-5DE3CA74B4BB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43" creationId="{276F633C-3903-079F-282D-970912C441B9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44" creationId="{474E8B97-E0C1-A74C-2255-107BD2311589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45" creationId="{00B9C2E8-96FF-EB05-EFF8-F47DA706F555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46" creationId="{64A8F117-261F-6DEE-5ACF-D39EE8E6DA5B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47" creationId="{0B58FC8E-3E55-79DF-8EE8-85872074C642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48" creationId="{0166AC31-12BC-FAD8-574E-917280265AE3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63" creationId="{7ECEAA67-C6E0-C8EB-42C6-87A03E427F07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64" creationId="{2D8477B3-3D8D-A787-A869-EA1095506269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67" creationId="{3D120192-F0FF-77CD-8EAF-D99F18257142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68" creationId="{81D8ADCD-180B-FD9D-9B83-9196DC9422FC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69" creationId="{9E5E452B-7D1C-0FBC-85F4-6BAC5034DB83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70" creationId="{617E731C-D1CC-3402-D67E-F3C79B55D3C6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71" creationId="{48460E10-8085-89AC-30AC-927E8497E8C1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72" creationId="{5424B1D2-DA7A-451E-F07D-5912698BBD01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73" creationId="{E4A01DDF-E3A7-4274-8B3C-C7AD232A6A62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74" creationId="{570613FB-AEA8-6E4A-9506-8756A51CD8EE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75" creationId="{1C947F7D-F2C0-FA6B-C538-96C1C710F123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76" creationId="{F7639DB3-F86D-6072-5F6C-8B4A11655BD9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77" creationId="{222BB339-632C-9534-87E7-714635B3C628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78" creationId="{398FCFC9-337E-4885-4AB6-13E4E56DC565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79" creationId="{B9987CC6-22DD-0C13-F84E-9AF4E79E1BE3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80" creationId="{C93819C9-E682-5B87-15E3-B9E9D4AB991D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81" creationId="{C7CA68FD-6376-91C4-4E74-3C37627262CF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82" creationId="{D0AFDD8B-4138-4EAA-BC9E-B35071EC70BA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83" creationId="{BE90498D-E577-DE24-F3D9-E728127505E8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84" creationId="{79334EC6-8D95-3C6E-7A59-9D302FADCF8B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85" creationId="{E355951F-83CE-5139-01C2-C00E07AC38F4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86" creationId="{FC721445-BC42-95E4-6389-5DD27F6965EC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87" creationId="{78C1B418-F89A-EF4F-6736-090A639941E6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88" creationId="{E5518C14-A106-1399-6C3D-0EC0C4971A78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89" creationId="{B0DABC42-587F-4D08-21AC-AE069DE77EE5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90" creationId="{6E34147C-0B9B-8BE1-A907-DA3453EF9A17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91" creationId="{7F1E2E74-0A34-C103-F50C-F922765FB42A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92" creationId="{E8A219BB-8A6A-5E56-1D9E-0500215F80D1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93" creationId="{D774D73E-A6A7-ABB0-FE90-0613AD841656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94" creationId="{914D8CB4-56BC-8942-9759-002EA0CB3ED3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95" creationId="{DF237D49-1F6D-E2D3-80D9-19904BC5A00A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96" creationId="{57055AFC-FB99-9E3B-5A8D-EEC2DFDBA665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97" creationId="{7132523B-0CE4-6641-8F5F-448310AD6A53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98" creationId="{A70B65AA-550D-9367-C534-C46323E8D2D9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499" creationId="{3A8CACD9-3821-3114-0D31-88524726040C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00" creationId="{6897A610-58E3-C8F8-CB19-97E40AD683F2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01" creationId="{7E8346BE-AA9F-8302-BBA3-1F1C2D16EAC8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02" creationId="{02D1BC2D-A661-71DA-614C-542A7D8F850B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03" creationId="{19EB138A-C2C8-54D1-5B90-EAA0EB9E1542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04" creationId="{0C91BFB2-82DD-81FA-9614-4C22B42514CD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05" creationId="{CEE1A648-83DE-AEA3-088E-D82925F865AD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06" creationId="{8C727432-390F-CF30-991D-36F7C1A86BD0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07" creationId="{7A96C78E-44B1-B283-7FA0-9D3EC34DA2D8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08" creationId="{924810BB-EED6-23E0-69BA-F53267AF0429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09" creationId="{0DC5E698-D612-DECF-64CE-B1F8219E7669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10" creationId="{29CA9515-6668-8EAF-CFF7-466DFF4AE663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11" creationId="{F0313662-9B82-23CD-7185-9A33C960CAA6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12" creationId="{B9244D2D-6E94-8FC5-62B5-5842DF28BB82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13" creationId="{4C5ADD7F-E55F-3C89-746B-1150CCE1545A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14" creationId="{C2C0584E-8699-570E-5583-97362ECDC10B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15" creationId="{0E3E0FC4-EFF6-B283-CCBA-D9D462E9A80F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16" creationId="{29E81957-BAAF-F3F9-250E-94833426C230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17" creationId="{E1D104F4-F39F-15B4-7273-512997095F02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18" creationId="{EF638D95-9502-F0D1-FA73-B169DBB66652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19" creationId="{649B65FF-6584-587B-1983-6C2248A1F94D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20" creationId="{AC12D112-C11F-D7E2-FE24-D2D451B50CA0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21" creationId="{668B0E7A-281B-435E-185C-E9E328CACF97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22" creationId="{268D2A12-F7D7-A2F8-64B9-F845701FE297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23" creationId="{E36BD95C-23AD-753B-F565-BF6B73AFCC7C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24" creationId="{30720155-96F3-ACE4-63A4-102BF3D9D097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25" creationId="{85588494-00AE-973A-910F-0718457E1AB0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26" creationId="{69D40F4D-139E-7C1E-1DE5-745F177D3A3C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27" creationId="{706D0D7D-3B2C-10CA-95CA-92C78604A7EA}"/>
          </ac:spMkLst>
        </pc:spChg>
        <pc:spChg chg="mod">
          <ac:chgData name="Terence Yang(楊金晶_PSZ)" userId="04050711-1c2b-4376-8c27-98d2e13849ce" providerId="ADAL" clId="{9F3395C2-1C42-496B-8D8D-0B0886CB10DC}" dt="2023-06-15T06:27:43.273" v="870"/>
          <ac:spMkLst>
            <pc:docMk/>
            <pc:sldMk cId="113019100" sldId="636"/>
            <ac:spMk id="528" creationId="{54068C58-87E7-C29D-AB77-5713FEFBB1CD}"/>
          </ac:spMkLst>
        </pc:spChg>
        <pc:grpChg chg="add del mod">
          <ac:chgData name="Terence Yang(楊金晶_PSZ)" userId="04050711-1c2b-4376-8c27-98d2e13849ce" providerId="ADAL" clId="{9F3395C2-1C42-496B-8D8D-0B0886CB10DC}" dt="2023-06-15T04:51:26.042" v="698" actId="478"/>
          <ac:grpSpMkLst>
            <pc:docMk/>
            <pc:sldMk cId="113019100" sldId="636"/>
            <ac:grpSpMk id="5" creationId="{EAEC4577-200A-D2B0-2EF7-E91939872EFE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6" creationId="{11A04DD3-6960-0607-58A1-651ED3B81B61}"/>
          </ac:grpSpMkLst>
        </pc:grpChg>
        <pc:grpChg chg="del">
          <ac:chgData name="Terence Yang(楊金晶_PSZ)" userId="04050711-1c2b-4376-8c27-98d2e13849ce" providerId="ADAL" clId="{9F3395C2-1C42-496B-8D8D-0B0886CB10DC}" dt="2023-06-15T04:51:22.632" v="696" actId="478"/>
          <ac:grpSpMkLst>
            <pc:docMk/>
            <pc:sldMk cId="113019100" sldId="636"/>
            <ac:grpSpMk id="7" creationId="{09A15151-893B-3FB4-6093-328D117706F3}"/>
          </ac:grpSpMkLst>
        </pc:grpChg>
        <pc:grpChg chg="del">
          <ac:chgData name="Terence Yang(楊金晶_PSZ)" userId="04050711-1c2b-4376-8c27-98d2e13849ce" providerId="ADAL" clId="{9F3395C2-1C42-496B-8D8D-0B0886CB10DC}" dt="2023-06-15T04:51:22.632" v="696" actId="478"/>
          <ac:grpSpMkLst>
            <pc:docMk/>
            <pc:sldMk cId="113019100" sldId="636"/>
            <ac:grpSpMk id="8" creationId="{36984AFE-BA05-EAA2-60D0-6D3EA5D15C09}"/>
          </ac:grpSpMkLst>
        </pc:grpChg>
        <pc:grpChg chg="del">
          <ac:chgData name="Terence Yang(楊金晶_PSZ)" userId="04050711-1c2b-4376-8c27-98d2e13849ce" providerId="ADAL" clId="{9F3395C2-1C42-496B-8D8D-0B0886CB10DC}" dt="2023-06-15T04:51:22.632" v="696" actId="478"/>
          <ac:grpSpMkLst>
            <pc:docMk/>
            <pc:sldMk cId="113019100" sldId="636"/>
            <ac:grpSpMk id="9" creationId="{DDDD3A40-3175-F67C-B241-871C7F00B060}"/>
          </ac:grpSpMkLst>
        </pc:grpChg>
        <pc:grpChg chg="del">
          <ac:chgData name="Terence Yang(楊金晶_PSZ)" userId="04050711-1c2b-4376-8c27-98d2e13849ce" providerId="ADAL" clId="{9F3395C2-1C42-496B-8D8D-0B0886CB10DC}" dt="2023-06-15T04:51:22.632" v="696" actId="478"/>
          <ac:grpSpMkLst>
            <pc:docMk/>
            <pc:sldMk cId="113019100" sldId="636"/>
            <ac:grpSpMk id="10" creationId="{060BB474-29F3-861D-934E-38D54A335039}"/>
          </ac:grpSpMkLst>
        </pc:grpChg>
        <pc:grpChg chg="del">
          <ac:chgData name="Terence Yang(楊金晶_PSZ)" userId="04050711-1c2b-4376-8c27-98d2e13849ce" providerId="ADAL" clId="{9F3395C2-1C42-496B-8D8D-0B0886CB10DC}" dt="2023-06-15T04:51:22.632" v="696" actId="478"/>
          <ac:grpSpMkLst>
            <pc:docMk/>
            <pc:sldMk cId="113019100" sldId="636"/>
            <ac:grpSpMk id="11" creationId="{A6B8ACF2-2254-A884-F5D8-789654A764DA}"/>
          </ac:grpSpMkLst>
        </pc:grpChg>
        <pc:grpChg chg="add del mod">
          <ac:chgData name="Terence Yang(楊金晶_PSZ)" userId="04050711-1c2b-4376-8c27-98d2e13849ce" providerId="ADAL" clId="{9F3395C2-1C42-496B-8D8D-0B0886CB10DC}" dt="2023-06-15T04:51:28.912" v="699" actId="478"/>
          <ac:grpSpMkLst>
            <pc:docMk/>
            <pc:sldMk cId="113019100" sldId="636"/>
            <ac:grpSpMk id="229" creationId="{BEADCE93-63C7-9E60-B66E-B5CFA34AAAEC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34" creationId="{B7F589DF-021E-E552-5EB8-520A9E10E8C2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35" creationId="{2B1B4ACE-BE94-CA21-3958-ACBCC9480DAB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36" creationId="{43FF5360-73B7-61DC-96A7-FA83F27A3008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37" creationId="{C0427FAA-BDBC-0ABD-57F9-4379636CD994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38" creationId="{91D29E43-F8B5-641D-78CF-3C0AE9C2FCC0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39" creationId="{049EEB93-D21D-45C0-7567-9BA9A558A6D5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40" creationId="{AD2CA1A3-0CA9-3E38-6D77-02531698EBC3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41" creationId="{DF1A9778-A872-4819-8937-42B6593B20CE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42" creationId="{2F2BFAE4-43BC-47C9-18E5-DAC1B26DEAD7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43" creationId="{76BD5F3C-D332-B91E-7818-86C2E60092B2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44" creationId="{008072AB-C1C9-D95A-2252-E7122D0611AB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58" creationId="{9C4466CC-CBFE-F1F3-F7BD-AEC2FCD7DBEC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59" creationId="{2B7D3C42-4546-55EC-3180-D0AC8B47DD32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60" creationId="{D1896614-FE44-2B81-22DA-2EE0E752F372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61" creationId="{06271941-8E16-6E62-E228-4E37649D9E36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62" creationId="{7724B63E-1AA3-45DC-855F-F9D92F5EAB01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63" creationId="{438C5DF1-CDCE-9FDD-D9C9-9B33CEED049E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64" creationId="{48F28182-799D-738B-F060-49C08F047199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65" creationId="{731E6DD4-6F67-2BC5-3C4D-6E464FD45620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66" creationId="{34E0A368-6C08-D623-88DA-F3EFA9519E5F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67" creationId="{0FD3A687-3A55-3523-FB2F-7C6640C67626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68" creationId="{62203331-DF98-1D38-11B7-84AE94F18D8C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69" creationId="{8775CBB8-C44D-3C18-7D23-935B2C9C9D55}"/>
          </ac:grpSpMkLst>
        </pc:grpChg>
        <pc:grpChg chg="mod">
          <ac:chgData name="Terence Yang(楊金晶_PSZ)" userId="04050711-1c2b-4376-8c27-98d2e13849ce" providerId="ADAL" clId="{9F3395C2-1C42-496B-8D8D-0B0886CB10DC}" dt="2023-06-15T04:51:22.956" v="697"/>
          <ac:grpSpMkLst>
            <pc:docMk/>
            <pc:sldMk cId="113019100" sldId="636"/>
            <ac:grpSpMk id="271" creationId="{F6E7DEA9-7745-244C-EC08-AD489727D8E9}"/>
          </ac:grpSpMkLst>
        </pc:grpChg>
        <pc:grpChg chg="add mod">
          <ac:chgData name="Terence Yang(楊金晶_PSZ)" userId="04050711-1c2b-4376-8c27-98d2e13849ce" providerId="ADAL" clId="{9F3395C2-1C42-496B-8D8D-0B0886CB10DC}" dt="2023-06-15T04:52:26.272" v="704" actId="164"/>
          <ac:grpSpMkLst>
            <pc:docMk/>
            <pc:sldMk cId="113019100" sldId="636"/>
            <ac:grpSpMk id="338" creationId="{70E5FD92-1F66-320E-A7CE-B5B7A5EDF7A5}"/>
          </ac:grpSpMkLst>
        </pc:grpChg>
        <pc:grpChg chg="add mod">
          <ac:chgData name="Terence Yang(楊金晶_PSZ)" userId="04050711-1c2b-4376-8c27-98d2e13849ce" providerId="ADAL" clId="{9F3395C2-1C42-496B-8D8D-0B0886CB10DC}" dt="2023-06-15T04:52:26.272" v="704" actId="164"/>
          <ac:grpSpMkLst>
            <pc:docMk/>
            <pc:sldMk cId="113019100" sldId="636"/>
            <ac:grpSpMk id="363" creationId="{4481FDFD-CAF3-4A10-C93C-331D294AA2C9}"/>
          </ac:grpSpMkLst>
        </pc:grpChg>
        <pc:grpChg chg="add del mod">
          <ac:chgData name="Terence Yang(楊金晶_PSZ)" userId="04050711-1c2b-4376-8c27-98d2e13849ce" providerId="ADAL" clId="{9F3395C2-1C42-496B-8D8D-0B0886CB10DC}" dt="2023-06-15T05:10:44.019" v="825" actId="478"/>
          <ac:grpSpMkLst>
            <pc:docMk/>
            <pc:sldMk cId="113019100" sldId="636"/>
            <ac:grpSpMk id="370" creationId="{D3FCBD7C-2D63-48A0-C697-5E4C8245E8DE}"/>
          </ac:grpSpMkLst>
        </pc:grpChg>
        <pc:grpChg chg="add mod topLvl">
          <ac:chgData name="Terence Yang(楊金晶_PSZ)" userId="04050711-1c2b-4376-8c27-98d2e13849ce" providerId="ADAL" clId="{9F3395C2-1C42-496B-8D8D-0B0886CB10DC}" dt="2023-06-15T06:28:05.819" v="874" actId="164"/>
          <ac:grpSpMkLst>
            <pc:docMk/>
            <pc:sldMk cId="113019100" sldId="636"/>
            <ac:grpSpMk id="371" creationId="{7E8F7821-B76B-D97E-BFAB-E64EF8C37FC2}"/>
          </ac:grpSpMkLst>
        </pc:grpChg>
        <pc:grpChg chg="add mod topLvl">
          <ac:chgData name="Terence Yang(楊金晶_PSZ)" userId="04050711-1c2b-4376-8c27-98d2e13849ce" providerId="ADAL" clId="{9F3395C2-1C42-496B-8D8D-0B0886CB10DC}" dt="2023-06-15T06:28:05.819" v="874" actId="164"/>
          <ac:grpSpMkLst>
            <pc:docMk/>
            <pc:sldMk cId="113019100" sldId="636"/>
            <ac:grpSpMk id="374" creationId="{9A84ECF2-5429-BECB-374A-2412257BEE21}"/>
          </ac:grpSpMkLst>
        </pc:grpChg>
        <pc:grpChg chg="add mod ord topLvl">
          <ac:chgData name="Terence Yang(楊金晶_PSZ)" userId="04050711-1c2b-4376-8c27-98d2e13849ce" providerId="ADAL" clId="{9F3395C2-1C42-496B-8D8D-0B0886CB10DC}" dt="2023-06-15T06:28:05.819" v="874" actId="164"/>
          <ac:grpSpMkLst>
            <pc:docMk/>
            <pc:sldMk cId="113019100" sldId="636"/>
            <ac:grpSpMk id="382" creationId="{DA9D0EAD-1217-A588-2925-5FB876D88332}"/>
          </ac:grpSpMkLst>
        </pc:grpChg>
        <pc:grpChg chg="add del mod">
          <ac:chgData name="Terence Yang(楊金晶_PSZ)" userId="04050711-1c2b-4376-8c27-98d2e13849ce" providerId="ADAL" clId="{9F3395C2-1C42-496B-8D8D-0B0886CB10DC}" dt="2023-06-15T06:27:37.585" v="868" actId="165"/>
          <ac:grpSpMkLst>
            <pc:docMk/>
            <pc:sldMk cId="113019100" sldId="636"/>
            <ac:grpSpMk id="407" creationId="{E8BF0E71-C5BA-C11C-03EB-F1D9110B64F5}"/>
          </ac:grpSpMkLst>
        </pc:grpChg>
        <pc:grpChg chg="add del mod">
          <ac:chgData name="Terence Yang(楊金晶_PSZ)" userId="04050711-1c2b-4376-8c27-98d2e13849ce" providerId="ADAL" clId="{9F3395C2-1C42-496B-8D8D-0B0886CB10DC}" dt="2023-06-15T06:27:39.292" v="869" actId="478"/>
          <ac:grpSpMkLst>
            <pc:docMk/>
            <pc:sldMk cId="113019100" sldId="636"/>
            <ac:grpSpMk id="408" creationId="{81F280B9-9FDF-59ED-E98C-5E549A0DA80C}"/>
          </ac:grpSpMkLst>
        </pc:grpChg>
        <pc:grpChg chg="mod">
          <ac:chgData name="Terence Yang(楊金晶_PSZ)" userId="04050711-1c2b-4376-8c27-98d2e13849ce" providerId="ADAL" clId="{9F3395C2-1C42-496B-8D8D-0B0886CB10DC}" dt="2023-06-15T06:16:06.923" v="861"/>
          <ac:grpSpMkLst>
            <pc:docMk/>
            <pc:sldMk cId="113019100" sldId="636"/>
            <ac:grpSpMk id="409" creationId="{8D05867C-BF3E-9609-A8B7-11277EF7D383}"/>
          </ac:grpSpMkLst>
        </pc:grpChg>
        <pc:grpChg chg="add mod">
          <ac:chgData name="Terence Yang(楊金晶_PSZ)" userId="04050711-1c2b-4376-8c27-98d2e13849ce" providerId="ADAL" clId="{9F3395C2-1C42-496B-8D8D-0B0886CB10DC}" dt="2023-06-15T06:28:05.819" v="874" actId="164"/>
          <ac:grpSpMkLst>
            <pc:docMk/>
            <pc:sldMk cId="113019100" sldId="636"/>
            <ac:grpSpMk id="420" creationId="{94D484CE-F4EA-FEF8-7562-68A8F71FBC93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25" creationId="{F75FB66A-F379-8334-C13F-17C5F07681DF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26" creationId="{3C85BCC4-5EF1-E9E1-81B3-2872360676A7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27" creationId="{A0F457E9-7239-DE01-5432-FE07E63FE6BF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28" creationId="{54577DB0-20AE-4F3A-FA10-126AD1F17366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29" creationId="{EA7437D1-A371-FA0A-CE78-1F384CB40F48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30" creationId="{D7376C82-316F-47F9-BF14-8DD6ABDD5F72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31" creationId="{1BB751EF-5011-BB86-3305-98DA4F798265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32" creationId="{0F9068BC-47C6-398E-0787-43C6B8D8B562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33" creationId="{B097570D-671A-2483-F7FC-07567940BA57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34" creationId="{F76CD21B-0910-7213-3259-1FAD319ED243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35" creationId="{4E065D7F-F365-D120-344D-DEF943BB2D66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49" creationId="{28E57876-A349-CB50-AADF-B90884D69C9E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50" creationId="{1524E280-3611-29A6-1D87-424B1BDFDC09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51" creationId="{6D89F0CC-CB2C-F2CC-EE45-1BAE0499F081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52" creationId="{BC6ECAB3-36D7-1550-9B69-1D013B27847B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53" creationId="{D767D112-0F39-1958-56BA-BDF3FE0742AC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54" creationId="{E11F8C9D-0501-35DE-A170-F5A983812B76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55" creationId="{06D8082C-6982-D87C-D761-1CB13163FC7B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56" creationId="{388D3E54-DA06-656F-15D2-6684C104DDE3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57" creationId="{E11141C5-B0BB-2723-A67D-944890F26C05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58" creationId="{A46E0C71-C48B-3230-2775-1AB3A71A039D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59" creationId="{474C1A8A-3DA1-2013-FF78-8A3D73818F7D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60" creationId="{05B1F629-7DA9-348A-A381-D0358DB83866}"/>
          </ac:grpSpMkLst>
        </pc:grpChg>
        <pc:grpChg chg="mod">
          <ac:chgData name="Terence Yang(楊金晶_PSZ)" userId="04050711-1c2b-4376-8c27-98d2e13849ce" providerId="ADAL" clId="{9F3395C2-1C42-496B-8D8D-0B0886CB10DC}" dt="2023-06-15T06:27:43.273" v="870"/>
          <ac:grpSpMkLst>
            <pc:docMk/>
            <pc:sldMk cId="113019100" sldId="636"/>
            <ac:grpSpMk id="462" creationId="{6808ECDE-9BB4-7927-1264-F418B818D904}"/>
          </ac:grpSpMkLst>
        </pc:grpChg>
        <pc:grpChg chg="add mod">
          <ac:chgData name="Terence Yang(楊金晶_PSZ)" userId="04050711-1c2b-4376-8c27-98d2e13849ce" providerId="ADAL" clId="{9F3395C2-1C42-496B-8D8D-0B0886CB10DC}" dt="2023-06-15T06:28:05.819" v="874" actId="164"/>
          <ac:grpSpMkLst>
            <pc:docMk/>
            <pc:sldMk cId="113019100" sldId="636"/>
            <ac:grpSpMk id="529" creationId="{8EC91480-DDCE-9D43-FF71-BB6BB4823C70}"/>
          </ac:grpSpMkLst>
        </pc:grpChg>
        <pc:cxnChg chg="mod">
          <ac:chgData name="Terence Yang(楊金晶_PSZ)" userId="04050711-1c2b-4376-8c27-98d2e13849ce" providerId="ADAL" clId="{9F3395C2-1C42-496B-8D8D-0B0886CB10DC}" dt="2023-06-15T04:51:22.632" v="696" actId="478"/>
          <ac:cxnSpMkLst>
            <pc:docMk/>
            <pc:sldMk cId="113019100" sldId="636"/>
            <ac:cxnSpMk id="87" creationId="{CD10C998-6F95-2C6B-3337-C49666FBDFA3}"/>
          </ac:cxnSpMkLst>
        </pc:cxnChg>
        <pc:cxnChg chg="mod">
          <ac:chgData name="Terence Yang(楊金晶_PSZ)" userId="04050711-1c2b-4376-8c27-98d2e13849ce" providerId="ADAL" clId="{9F3395C2-1C42-496B-8D8D-0B0886CB10DC}" dt="2023-06-15T04:51:22.956" v="697"/>
          <ac:cxnSpMkLst>
            <pc:docMk/>
            <pc:sldMk cId="113019100" sldId="636"/>
            <ac:cxnSpMk id="219" creationId="{01E62C26-02B5-C234-8B13-11159D08F292}"/>
          </ac:cxnSpMkLst>
        </pc:cxnChg>
        <pc:cxnChg chg="mod">
          <ac:chgData name="Terence Yang(楊金晶_PSZ)" userId="04050711-1c2b-4376-8c27-98d2e13849ce" providerId="ADAL" clId="{9F3395C2-1C42-496B-8D8D-0B0886CB10DC}" dt="2023-06-15T04:51:22.956" v="697"/>
          <ac:cxnSpMkLst>
            <pc:docMk/>
            <pc:sldMk cId="113019100" sldId="636"/>
            <ac:cxnSpMk id="220" creationId="{D749F290-5E83-21E5-7A8A-ECEB6A329831}"/>
          </ac:cxnSpMkLst>
        </pc:cxnChg>
        <pc:cxnChg chg="mod">
          <ac:chgData name="Terence Yang(楊金晶_PSZ)" userId="04050711-1c2b-4376-8c27-98d2e13849ce" providerId="ADAL" clId="{9F3395C2-1C42-496B-8D8D-0B0886CB10DC}" dt="2023-06-15T04:51:22.956" v="697"/>
          <ac:cxnSpMkLst>
            <pc:docMk/>
            <pc:sldMk cId="113019100" sldId="636"/>
            <ac:cxnSpMk id="221" creationId="{439FFB10-087C-C5C0-5085-16C8D68A8D9A}"/>
          </ac:cxnSpMkLst>
        </pc:cxnChg>
        <pc:cxnChg chg="mod">
          <ac:chgData name="Terence Yang(楊金晶_PSZ)" userId="04050711-1c2b-4376-8c27-98d2e13849ce" providerId="ADAL" clId="{9F3395C2-1C42-496B-8D8D-0B0886CB10DC}" dt="2023-06-15T04:51:22.956" v="697"/>
          <ac:cxnSpMkLst>
            <pc:docMk/>
            <pc:sldMk cId="113019100" sldId="636"/>
            <ac:cxnSpMk id="222" creationId="{BFD8162F-A190-C586-EBA1-C0F469984D8D}"/>
          </ac:cxnSpMkLst>
        </pc:cxnChg>
        <pc:cxnChg chg="mod">
          <ac:chgData name="Terence Yang(楊金晶_PSZ)" userId="04050711-1c2b-4376-8c27-98d2e13849ce" providerId="ADAL" clId="{9F3395C2-1C42-496B-8D8D-0B0886CB10DC}" dt="2023-06-15T04:51:22.956" v="697"/>
          <ac:cxnSpMkLst>
            <pc:docMk/>
            <pc:sldMk cId="113019100" sldId="636"/>
            <ac:cxnSpMk id="223" creationId="{EFF88632-F3C2-FC6E-8DFB-BF251A7931CA}"/>
          </ac:cxnSpMkLst>
        </pc:cxnChg>
        <pc:cxnChg chg="mod">
          <ac:chgData name="Terence Yang(楊金晶_PSZ)" userId="04050711-1c2b-4376-8c27-98d2e13849ce" providerId="ADAL" clId="{9F3395C2-1C42-496B-8D8D-0B0886CB10DC}" dt="2023-06-15T04:51:22.956" v="697"/>
          <ac:cxnSpMkLst>
            <pc:docMk/>
            <pc:sldMk cId="113019100" sldId="636"/>
            <ac:cxnSpMk id="224" creationId="{4AFC05D4-74F7-2386-8E2A-14399237150B}"/>
          </ac:cxnSpMkLst>
        </pc:cxnChg>
        <pc:cxnChg chg="mod">
          <ac:chgData name="Terence Yang(楊金晶_PSZ)" userId="04050711-1c2b-4376-8c27-98d2e13849ce" providerId="ADAL" clId="{9F3395C2-1C42-496B-8D8D-0B0886CB10DC}" dt="2023-06-15T04:51:22.956" v="697"/>
          <ac:cxnSpMkLst>
            <pc:docMk/>
            <pc:sldMk cId="113019100" sldId="636"/>
            <ac:cxnSpMk id="270" creationId="{755EF756-0E16-3845-0BB7-EECD0FC14BEF}"/>
          </ac:cxnSpMkLst>
        </pc:cxnChg>
        <pc:cxnChg chg="mod">
          <ac:chgData name="Terence Yang(楊金晶_PSZ)" userId="04050711-1c2b-4376-8c27-98d2e13849ce" providerId="ADAL" clId="{9F3395C2-1C42-496B-8D8D-0B0886CB10DC}" dt="2023-06-15T04:51:28.912" v="699" actId="478"/>
          <ac:cxnSpMkLst>
            <pc:docMk/>
            <pc:sldMk cId="113019100" sldId="636"/>
            <ac:cxnSpMk id="274" creationId="{247AC602-A6EF-BC45-CA83-EDA1CCA3C0A3}"/>
          </ac:cxnSpMkLst>
        </pc:cxnChg>
        <pc:cxnChg chg="mod">
          <ac:chgData name="Terence Yang(楊金晶_PSZ)" userId="04050711-1c2b-4376-8c27-98d2e13849ce" providerId="ADAL" clId="{9F3395C2-1C42-496B-8D8D-0B0886CB10DC}" dt="2023-06-15T04:51:22.956" v="697"/>
          <ac:cxnSpMkLst>
            <pc:docMk/>
            <pc:sldMk cId="113019100" sldId="636"/>
            <ac:cxnSpMk id="275" creationId="{01D109FC-A511-4CF2-063B-804D9A8D79E3}"/>
          </ac:cxnSpMkLst>
        </pc:cxnChg>
        <pc:cxnChg chg="mod">
          <ac:chgData name="Terence Yang(楊金晶_PSZ)" userId="04050711-1c2b-4376-8c27-98d2e13849ce" providerId="ADAL" clId="{9F3395C2-1C42-496B-8D8D-0B0886CB10DC}" dt="2023-06-15T06:16:06.923" v="861"/>
          <ac:cxnSpMkLst>
            <pc:docMk/>
            <pc:sldMk cId="113019100" sldId="636"/>
            <ac:cxnSpMk id="410" creationId="{717690B2-DD50-D9E8-EF4E-CC8680C3F6E9}"/>
          </ac:cxnSpMkLst>
        </pc:cxnChg>
        <pc:cxnChg chg="mod">
          <ac:chgData name="Terence Yang(楊金晶_PSZ)" userId="04050711-1c2b-4376-8c27-98d2e13849ce" providerId="ADAL" clId="{9F3395C2-1C42-496B-8D8D-0B0886CB10DC}" dt="2023-06-15T06:16:06.923" v="861"/>
          <ac:cxnSpMkLst>
            <pc:docMk/>
            <pc:sldMk cId="113019100" sldId="636"/>
            <ac:cxnSpMk id="411" creationId="{63C598D4-C49A-0F6E-C913-6A216B6D7995}"/>
          </ac:cxnSpMkLst>
        </pc:cxnChg>
        <pc:cxnChg chg="mod">
          <ac:chgData name="Terence Yang(楊金晶_PSZ)" userId="04050711-1c2b-4376-8c27-98d2e13849ce" providerId="ADAL" clId="{9F3395C2-1C42-496B-8D8D-0B0886CB10DC}" dt="2023-06-15T06:16:06.923" v="861"/>
          <ac:cxnSpMkLst>
            <pc:docMk/>
            <pc:sldMk cId="113019100" sldId="636"/>
            <ac:cxnSpMk id="412" creationId="{CAB239D3-FF91-CE2A-EBCA-CC3F0786AA2A}"/>
          </ac:cxnSpMkLst>
        </pc:cxnChg>
        <pc:cxnChg chg="mod">
          <ac:chgData name="Terence Yang(楊金晶_PSZ)" userId="04050711-1c2b-4376-8c27-98d2e13849ce" providerId="ADAL" clId="{9F3395C2-1C42-496B-8D8D-0B0886CB10DC}" dt="2023-06-15T06:16:06.923" v="861"/>
          <ac:cxnSpMkLst>
            <pc:docMk/>
            <pc:sldMk cId="113019100" sldId="636"/>
            <ac:cxnSpMk id="413" creationId="{8B0301AC-9A56-AFF3-C9F2-1FCB67E76B51}"/>
          </ac:cxnSpMkLst>
        </pc:cxnChg>
        <pc:cxnChg chg="mod">
          <ac:chgData name="Terence Yang(楊金晶_PSZ)" userId="04050711-1c2b-4376-8c27-98d2e13849ce" providerId="ADAL" clId="{9F3395C2-1C42-496B-8D8D-0B0886CB10DC}" dt="2023-06-15T06:16:06.923" v="861"/>
          <ac:cxnSpMkLst>
            <pc:docMk/>
            <pc:sldMk cId="113019100" sldId="636"/>
            <ac:cxnSpMk id="414" creationId="{32D7D1E3-364C-46D3-AE88-71E3374E082D}"/>
          </ac:cxnSpMkLst>
        </pc:cxnChg>
        <pc:cxnChg chg="mod">
          <ac:chgData name="Terence Yang(楊金晶_PSZ)" userId="04050711-1c2b-4376-8c27-98d2e13849ce" providerId="ADAL" clId="{9F3395C2-1C42-496B-8D8D-0B0886CB10DC}" dt="2023-06-15T06:16:06.923" v="861"/>
          <ac:cxnSpMkLst>
            <pc:docMk/>
            <pc:sldMk cId="113019100" sldId="636"/>
            <ac:cxnSpMk id="415" creationId="{771223DF-3D60-46FF-E03D-6E7E3A2D31FA}"/>
          </ac:cxnSpMkLst>
        </pc:cxnChg>
        <pc:cxnChg chg="mod">
          <ac:chgData name="Terence Yang(楊金晶_PSZ)" userId="04050711-1c2b-4376-8c27-98d2e13849ce" providerId="ADAL" clId="{9F3395C2-1C42-496B-8D8D-0B0886CB10DC}" dt="2023-06-15T06:27:43.273" v="870"/>
          <ac:cxnSpMkLst>
            <pc:docMk/>
            <pc:sldMk cId="113019100" sldId="636"/>
            <ac:cxnSpMk id="461" creationId="{7BD35096-26F3-A534-F02F-03E0679C640B}"/>
          </ac:cxnSpMkLst>
        </pc:cxnChg>
        <pc:cxnChg chg="mod">
          <ac:chgData name="Terence Yang(楊金晶_PSZ)" userId="04050711-1c2b-4376-8c27-98d2e13849ce" providerId="ADAL" clId="{9F3395C2-1C42-496B-8D8D-0B0886CB10DC}" dt="2023-06-15T06:27:43.273" v="870"/>
          <ac:cxnSpMkLst>
            <pc:docMk/>
            <pc:sldMk cId="113019100" sldId="636"/>
            <ac:cxnSpMk id="465" creationId="{C54F6F9F-FDCF-64BB-622B-02AB4518EC51}"/>
          </ac:cxnSpMkLst>
        </pc:cxnChg>
        <pc:cxnChg chg="mod">
          <ac:chgData name="Terence Yang(楊金晶_PSZ)" userId="04050711-1c2b-4376-8c27-98d2e13849ce" providerId="ADAL" clId="{9F3395C2-1C42-496B-8D8D-0B0886CB10DC}" dt="2023-06-15T06:27:43.273" v="870"/>
          <ac:cxnSpMkLst>
            <pc:docMk/>
            <pc:sldMk cId="113019100" sldId="636"/>
            <ac:cxnSpMk id="466" creationId="{5F182719-0604-1B83-FED6-DA8C157F27F5}"/>
          </ac:cxnSpMkLst>
        </pc:cxnChg>
      </pc:sldChg>
      <pc:sldChg chg="addSp delSp modSp new mod setBg">
        <pc:chgData name="Terence Yang(楊金晶_PSZ)" userId="04050711-1c2b-4376-8c27-98d2e13849ce" providerId="ADAL" clId="{9F3395C2-1C42-496B-8D8D-0B0886CB10DC}" dt="2023-06-15T07:51:41.836" v="887" actId="164"/>
        <pc:sldMkLst>
          <pc:docMk/>
          <pc:sldMk cId="867842362" sldId="637"/>
        </pc:sldMkLst>
        <pc:spChg chg="del">
          <ac:chgData name="Terence Yang(楊金晶_PSZ)" userId="04050711-1c2b-4376-8c27-98d2e13849ce" providerId="ADAL" clId="{9F3395C2-1C42-496B-8D8D-0B0886CB10DC}" dt="2023-06-15T04:50:34.720" v="687" actId="478"/>
          <ac:spMkLst>
            <pc:docMk/>
            <pc:sldMk cId="867842362" sldId="637"/>
            <ac:spMk id="2" creationId="{8C0AF3DD-9C75-3687-E1B5-B4F5666C4271}"/>
          </ac:spMkLst>
        </pc:spChg>
        <pc:spChg chg="del">
          <ac:chgData name="Terence Yang(楊金晶_PSZ)" userId="04050711-1c2b-4376-8c27-98d2e13849ce" providerId="ADAL" clId="{9F3395C2-1C42-496B-8D8D-0B0886CB10DC}" dt="2023-06-15T04:50:34.720" v="687" actId="478"/>
          <ac:spMkLst>
            <pc:docMk/>
            <pc:sldMk cId="867842362" sldId="637"/>
            <ac:spMk id="3" creationId="{62B2DAFF-625D-4A3E-E730-68630E271ED2}"/>
          </ac:spMkLst>
        </pc:spChg>
        <pc:spChg chg="add del mod">
          <ac:chgData name="Terence Yang(楊金晶_PSZ)" userId="04050711-1c2b-4376-8c27-98d2e13849ce" providerId="ADAL" clId="{9F3395C2-1C42-496B-8D8D-0B0886CB10DC}" dt="2023-06-15T05:10:25.374" v="822" actId="478"/>
          <ac:spMkLst>
            <pc:docMk/>
            <pc:sldMk cId="867842362" sldId="637"/>
            <ac:spMk id="4" creationId="{80FE6E40-3B92-7E09-6C38-A0B112297D82}"/>
          </ac:spMkLst>
        </pc:spChg>
        <pc:spChg chg="add del mod">
          <ac:chgData name="Terence Yang(楊金晶_PSZ)" userId="04050711-1c2b-4376-8c27-98d2e13849ce" providerId="ADAL" clId="{9F3395C2-1C42-496B-8D8D-0B0886CB10DC}" dt="2023-06-15T05:10:25.374" v="822" actId="478"/>
          <ac:spMkLst>
            <pc:docMk/>
            <pc:sldMk cId="867842362" sldId="637"/>
            <ac:spMk id="5" creationId="{AD240355-A865-DA55-2E69-849548671F13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4" creationId="{A90AD458-BB43-A8FB-B1F5-0D58655D89A5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5" creationId="{AE5BE3E4-3C57-4DED-C7BD-9F3FA92D4C4F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6" creationId="{19814EF9-100F-3935-EA47-D467E24BEE8D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7" creationId="{3AF94142-0F8C-88F0-778B-8181446AD387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9" creationId="{7398C6C0-6A6A-7753-71FF-06C5C0C09213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20" creationId="{FE14BDA9-05C0-285B-F658-1E59A4D2F0B2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21" creationId="{D02C5055-4C67-9B49-A587-0D61F4DC5854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22" creationId="{16200C6F-1283-8454-1F4D-6C24AE57E656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34" creationId="{95763354-65EA-295F-2C5F-41F990D581AA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35" creationId="{192E4102-45DE-F423-A116-24FB1DE156D7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36" creationId="{05FCE77C-CD8E-2260-097E-A24A556E015B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37" creationId="{1DB379E6-C2A5-6FCF-F023-D274ED7A4953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38" creationId="{7DE52C32-66E0-9451-CC67-CBFC0D47E9B4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39" creationId="{D7209CD8-F88F-22B8-3694-5064A4985C1C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40" creationId="{686DB287-7CAB-AFA3-CA83-A826CF6CE516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41" creationId="{45CC10D7-7EA2-C205-C2CF-B5D444E32CB7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42" creationId="{77653663-6E3B-FD75-5CE2-D585D963D473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43" creationId="{C338EAB9-BBED-38A5-86B2-954CAAC5F2B1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44" creationId="{4354BD5A-0D55-034A-7880-7479F5C10CD4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45" creationId="{BB0845A0-C663-BEF9-EF51-BADDAF3D1EF9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46" creationId="{27886727-6441-C4F3-A0C4-693002D97149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61" creationId="{8ACF8650-6A28-EBDF-AAA9-A0A37C309AAB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62" creationId="{61ADEA07-366E-F09D-8D14-EF8EECBE16C1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65" creationId="{5141F35C-F590-451B-0C76-AB58F2DC42A9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66" creationId="{1BA2EDD6-EDC2-4453-8AB0-394554ED7E01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67" creationId="{56BECC9B-7F38-0479-0E67-2BC746B0E28E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68" creationId="{F844CBB7-9047-ADF5-8E9B-BCE95FCEB601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69" creationId="{46C832A2-0940-47C6-B245-64EAA914EC3B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70" creationId="{1FFAF1DD-833F-AC52-6A27-7D5DBF8D1CB4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71" creationId="{1799D50B-C4F5-740C-341F-A424AC7B77B5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72" creationId="{A8F1F019-FC71-7471-8377-3E620C2D7E5E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73" creationId="{ACD175D7-58D7-5837-3BA6-E15CA676D00E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74" creationId="{D54BE3F4-BE1A-895E-9723-3AE6213D7ED0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75" creationId="{462C393E-44FB-B385-4D18-1861F5E2221F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76" creationId="{CA14364D-3AC7-945B-6988-6F375DE99254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77" creationId="{0F5EC07A-1B96-FB34-1B35-BBC1FC7C69B1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78" creationId="{0D45A9ED-4223-C6BD-4E5F-329CC415157A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79" creationId="{E5730C00-9525-925C-8A56-52409C16F9D1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80" creationId="{630DCD37-B40B-BFB7-E8F1-66F3A9CBDAD5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81" creationId="{A9A37220-00A4-9314-008F-3A0D18B0991E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82" creationId="{CB1A33BC-E6F2-61AC-B019-183B393233B4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83" creationId="{73AC2257-7768-3583-598C-EBEA0C30AE50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84" creationId="{64626DEC-D127-F996-9B54-F0D966791E44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85" creationId="{2FC39A74-389D-D625-678D-9B6A7A48F29E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86" creationId="{0F2B05FB-5923-5F79-312D-210524AA2ADD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87" creationId="{03A9DAF6-B001-A95E-B898-0024C1ED697C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88" creationId="{05D78953-4564-18B9-FBFE-B154906DE335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89" creationId="{7FED87B0-FE6A-5458-F47C-76D46D9F7047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90" creationId="{EC9F3A94-0C21-EAB2-DFAC-D967A7452E63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91" creationId="{D167218D-3EC7-F39F-C089-1C8B3E6A175C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92" creationId="{77143A39-9C5B-3A99-B727-128A8370F114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93" creationId="{A6B49363-AABC-F687-0D39-99EBB42984F0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94" creationId="{DF6D68FE-40BA-47DD-E148-13DD685A1282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95" creationId="{4C16CF1E-A243-33A6-DBF5-1816C81657E6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96" creationId="{D7315ECA-439A-A116-A08D-204563EEC707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97" creationId="{9D0B8470-2FE0-CCC3-CC7B-4DB1017BA018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98" creationId="{1712AE8E-EEC5-E936-9442-0E636FE2C623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99" creationId="{19D1F9D9-BC8E-F198-1D98-0FC0B15B9C42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00" creationId="{658ACE2B-4FD8-F6B2-120B-00B61D9369CA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01" creationId="{C7007242-39A2-B0F5-FB58-949459F5F112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02" creationId="{FEACED98-CA77-D87C-B2B6-1D962D34DB6B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03" creationId="{EA41539F-94AF-8178-C65B-6FA1EEC9D0F7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04" creationId="{03938189-7E09-9615-B286-5D19ADA3171C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05" creationId="{F3C487B0-A89E-FCBE-279C-5CB0491CFBB9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06" creationId="{43BC4571-0123-B5E8-5068-0B3560B7B4D1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07" creationId="{EFD3AD2B-C493-CC19-C954-76212B65A261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08" creationId="{943D059F-97C1-0A16-A22B-3C517B9AA7ED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09" creationId="{CC180E26-1347-8DAB-E8EA-9EC6DFE608B5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10" creationId="{40879305-FB63-C279-FF05-DD8AE425100D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11" creationId="{99517928-A965-18BD-A3B2-6B2F30DE9155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12" creationId="{51D591BB-5054-8E1A-B29C-74CA1EBD558B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13" creationId="{915EA12C-0787-3A74-53C2-7C264A9E8956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14" creationId="{974AF6B5-FC95-D2FB-9D71-845C7D6CBB91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15" creationId="{1B9C6E6E-10BF-13AA-0E5A-52A2B84C2E3E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16" creationId="{F3700CE7-2BF4-D020-CDD5-780D34E04948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17" creationId="{5B1B65AF-D583-3882-BDBD-A2EC67342404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18" creationId="{6AAB50BD-3669-76E6-0262-0680E318B01A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19" creationId="{31644929-78FD-C611-C172-3728F4AA30BB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20" creationId="{D382BD34-17A8-1BA6-B947-01B7E9E92B42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21" creationId="{5B695317-875E-03AA-41EF-7D6070837997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22" creationId="{FD4E549C-0C33-78A7-31F1-21114008496C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23" creationId="{B233E14A-1A9B-E9B6-5E08-70DE09CD56BE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24" creationId="{A2B41A5D-F1C7-4E10-6EBC-D99D1E11E1B9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25" creationId="{F55CFE05-24D2-E980-9305-410B1CDD6911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26" creationId="{C9F03193-EC72-1918-6DB9-39ECF1EC6815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28" creationId="{1D392D01-5682-A469-29F4-555FEB228EB4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29" creationId="{EC615C3B-5E53-3638-E1EA-2D36C1DB726A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30" creationId="{27A0BB57-3AFD-AE9D-C56B-2A9205447973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31" creationId="{B4532883-0A2C-715F-39AD-EAE7D3267EAF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32" creationId="{EA7B418A-6C64-C112-762E-4AA93E468407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33" creationId="{9F2B954A-CA58-5762-2C04-AC3DD2E4DD3B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34" creationId="{9C5DBC40-203E-8E3D-9243-43DCED7E3286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35" creationId="{BA06E151-A1C5-75E4-FFC4-0F10F3042820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36" creationId="{F2CA4AF3-2C30-3943-0061-C9CD99C2EC31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37" creationId="{56AA67E8-A0F7-0BA7-7C5A-AC5B241DF9F8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38" creationId="{B6DCE288-2C44-3CB5-07A9-A146DCF35C2F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39" creationId="{A1843361-4E8F-D30C-2249-D70AB5FF8DDB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40" creationId="{FFD4D027-C47D-C920-299C-F4DD415C9CAF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41" creationId="{0B28CC15-38B2-0DDC-F8F1-D41A8809F307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42" creationId="{93687155-646B-FCD2-F5F8-BBF9DE0EFCBD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43" creationId="{40B4E97D-AF86-3534-D9B9-ADA64AD44E8D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44" creationId="{2C394151-4721-7E64-292D-6C0CA435A5F0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45" creationId="{060BDCE0-2B77-34E1-EA03-09C8FCDB9C84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46" creationId="{8C3D0173-E5BA-4C65-AE9A-624A4321EC71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47" creationId="{E5C34D79-D1A4-9DEB-179B-113BB419C1FE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48" creationId="{6B70F3A4-668F-50A7-068D-C5F21C5AB3B6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49" creationId="{3634DE8F-03D7-61D3-2562-BECAB7762420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50" creationId="{191338BC-1902-ED35-2F59-79854CEE035C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51" creationId="{B13263AB-BE16-03CC-8F80-DDB4F831A46A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53" creationId="{3348F5DB-4B00-4724-2631-6F4CCF836847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54" creationId="{83424898-C4F5-2068-8C6A-43C3E4F74C91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55" creationId="{5027B4EB-49C1-3FAE-6123-25B3FF353F15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56" creationId="{77017536-F666-0A2B-DFE2-ABAC77CFE5F3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57" creationId="{AC12CDA9-8EE0-339F-01B4-E260057B54B8}"/>
          </ac:spMkLst>
        </pc:spChg>
        <pc:spChg chg="mod">
          <ac:chgData name="Terence Yang(楊金晶_PSZ)" userId="04050711-1c2b-4376-8c27-98d2e13849ce" providerId="ADAL" clId="{9F3395C2-1C42-496B-8D8D-0B0886CB10DC}" dt="2023-06-15T04:50:59.017" v="691"/>
          <ac:spMkLst>
            <pc:docMk/>
            <pc:sldMk cId="867842362" sldId="637"/>
            <ac:spMk id="158" creationId="{297EF365-70AD-FFFA-AA27-CACDD48C60D8}"/>
          </ac:spMkLst>
        </pc:spChg>
        <pc:spChg chg="add mod">
          <ac:chgData name="Terence Yang(楊金晶_PSZ)" userId="04050711-1c2b-4376-8c27-98d2e13849ce" providerId="ADAL" clId="{9F3395C2-1C42-496B-8D8D-0B0886CB10DC}" dt="2023-06-15T04:51:07.979" v="694"/>
          <ac:spMkLst>
            <pc:docMk/>
            <pc:sldMk cId="867842362" sldId="637"/>
            <ac:spMk id="159" creationId="{C2207883-E35A-8036-21E1-25CE3165B343}"/>
          </ac:spMkLst>
        </pc:spChg>
        <pc:spChg chg="add del mod topLvl">
          <ac:chgData name="Terence Yang(楊金晶_PSZ)" userId="04050711-1c2b-4376-8c27-98d2e13849ce" providerId="ADAL" clId="{9F3395C2-1C42-496B-8D8D-0B0886CB10DC}" dt="2023-06-15T05:11:06.935" v="831" actId="21"/>
          <ac:spMkLst>
            <pc:docMk/>
            <pc:sldMk cId="867842362" sldId="637"/>
            <ac:spMk id="167" creationId="{91D6C9F6-235C-FDB8-CC99-C91B9D897F79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68" creationId="{694CF59B-E5A6-5CDE-8CA4-185752FDC706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69" creationId="{5D8FC385-63AD-2DEE-A228-AAC0388FA6C1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70" creationId="{4623B295-8D2C-FC03-5310-C4589464ED6C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71" creationId="{8E030B10-7191-536F-58E3-9A3B79EE9072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72" creationId="{A299A316-9521-32D0-9D34-8AC9334AEC28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73" creationId="{E7D62031-2D07-CE0B-D49F-E994DE9623FA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74" creationId="{C4C6CB5F-10E7-AB9F-FEBE-9B238E3986ED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75" creationId="{00B94A50-CF1B-C203-BAA7-67773D26F53A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76" creationId="{7113F0C0-9B8D-11B0-CD67-CB74F4A97B34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77" creationId="{466883C9-155C-9575-74CE-328D0DC31B81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78" creationId="{0284FB46-2773-20B6-51BB-658FA10C90E3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79" creationId="{372BDB54-57DC-4CF0-90D6-27066146D643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80" creationId="{A6BF3DAE-0410-60F2-9E13-54C511630A6C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81" creationId="{A0B89905-2EDC-499C-4EBD-5211EBCFE250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82" creationId="{4CF67B07-CCE5-CDA4-E85C-04F5A551B7CD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83" creationId="{72F46832-0C88-D019-00EC-5F3193C19DDA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84" creationId="{1EA0C5A6-5BF4-2AB7-C3C2-D02AA6361347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85" creationId="{E09D3F6F-9C09-D998-ED75-9D86EF356DE2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86" creationId="{0E1891C1-D774-A687-2BB8-3917AF276EAC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87" creationId="{B87807DE-25E2-4245-71BB-17F39854A920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88" creationId="{43F956C0-ADF7-EA54-A9DE-D389CC4AE910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89" creationId="{EDB33CE4-2282-8751-9AA6-EC35C1AA66BE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90" creationId="{069B7322-E144-2766-2C97-6245338DD6B0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91" creationId="{CF69EE04-FBBD-9B4F-E67C-697ABA19AAA1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92" creationId="{C803C4C6-47C6-DD59-08BA-808A40F4FDC9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93" creationId="{36A29C39-10A8-D71B-6309-E706915F9452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94" creationId="{6A1A6C2D-02EE-8D4A-8278-332236862E5B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95" creationId="{EB3FDB06-396F-5490-FEB0-9AA1AF80C416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96" creationId="{F4D97F87-FA8A-51FC-FFCA-7403E12AF5F4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97" creationId="{A957EC24-6F85-8087-287D-1281040A2105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98" creationId="{A48D70B2-2D8E-3F01-B286-1DD9432E925A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199" creationId="{DC431C28-9788-5D25-AB85-7D46C4E9A2BD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00" creationId="{7D713A18-483F-AE31-9106-799AA07DEE53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01" creationId="{56433C7E-4FF9-CBB9-9DF2-A21431A8F6E5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13" creationId="{729C82A8-4474-C3AE-C531-98B92B825036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14" creationId="{7B9B5E2B-DF1D-17DE-BE9A-564D1FD37E00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15" creationId="{A28664B7-B86B-D86C-D9FF-8EAD23B7E9C7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16" creationId="{FCEE27A0-ACFA-826E-252B-9F645289D7B6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17" creationId="{7EDD4C69-1548-6235-4A7B-47B5C8ABAE5B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18" creationId="{1AE5B625-A389-F95C-A9F0-2DB64EAD1B51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19" creationId="{609CE82B-E4F8-A01A-B057-2EB4EC15F927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20" creationId="{518ABB4B-B67C-5E22-E2FB-0372FC6F0304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21" creationId="{646109C8-D518-B2AF-EAAF-43E3F70A6494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22" creationId="{994A86FC-5E15-E000-8125-3EB5BAEF24BA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23" creationId="{16877160-DA1A-5819-F15A-A9B33D6A053D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24" creationId="{F986FEAB-10D0-5122-BDFF-C04249744E77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25" creationId="{49E9B634-BDB8-E201-27BA-F26BFBA9D21E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40" creationId="{C8A3C546-867D-7E4A-B9AF-226A5C1444FD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41" creationId="{D68FB6D9-DBD2-1CD5-05C6-40A8A9061BEF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44" creationId="{8288DF00-BFAC-CE27-D2F4-AA2F61517687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45" creationId="{580CF6F2-885D-9381-D59F-76B43306808C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46" creationId="{8B48116C-9A7F-503A-49C8-B461EB3BC932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47" creationId="{6D8DF5EF-C548-BC84-0913-04960A9C2248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48" creationId="{6C57335F-2FDC-44E3-A5BA-9E537B767031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49" creationId="{D77797EB-15F2-1C33-42D5-1DD0664A8AFF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50" creationId="{C1B8D3B6-81E8-6A4A-16B1-0852A8AB16F9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51" creationId="{189AB57D-96BD-123C-04F5-4B4ED8AD087B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52" creationId="{CA51589E-1109-AD13-25A2-1278F4F9102C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53" creationId="{F71E551F-3FC1-30F0-6C1E-6F57ABA999EB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54" creationId="{24D54DF5-65EB-BC88-E503-71F07F553C77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55" creationId="{3AEA7548-F771-7843-0FF8-781156F22FBE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56" creationId="{5329D7F0-D27D-CD7C-6FE9-0306AD927E7C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57" creationId="{56FD7410-371C-C7E0-6715-59E1118D3363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58" creationId="{2C1BD91C-D878-9F28-C445-F819942A52D1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59" creationId="{BFA9C220-46D2-B9CC-AE37-1171029BEF48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60" creationId="{176AEB6F-9BF8-0716-E5EC-A175C61B1163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61" creationId="{6A8CE893-10E5-E987-73EE-02C6844F66D4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62" creationId="{F30F80DC-6DC7-86A0-3B64-D0C2F0284F21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63" creationId="{0C9A6CFE-97CA-D5B4-EC51-9E894C316841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64" creationId="{AB077750-7A49-A250-5C19-5D651E820B08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65" creationId="{470782B1-3DEE-4510-59EF-38136E72BBC4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66" creationId="{9C170EBC-9BC8-160C-B4C8-68BFADC34D64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67" creationId="{3C5240A5-98F8-4826-DF63-60F2D3EC6A6D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68" creationId="{B814F19B-580A-DFCF-C002-AA92331F2C18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69" creationId="{D667F6E1-F2B8-FF97-51B9-6AE36FA707DF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70" creationId="{E019B806-F905-855F-5126-39BCB94697C1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71" creationId="{07FE002B-779D-5B22-6653-3FA0DC0CACEA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72" creationId="{45E07F97-A91D-E536-7261-A7EE19EFE845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73" creationId="{C1BFD9BF-C6F9-85F3-7BED-86F572AAE400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74" creationId="{DDB32208-7566-5523-30B8-D3D8D68E3011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75" creationId="{6E38FBDF-39CF-1C64-8701-A3EB638D2869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76" creationId="{D0C94EE1-F28F-B1BE-9F05-F58FC98001AE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77" creationId="{749ED600-CC87-1DB5-1D51-AC36BE1C8A6D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78" creationId="{8EEF42C2-BAC8-3F05-A09A-8ACB3F1176AE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79" creationId="{9E8E163D-6200-0428-55FC-8A3207B30994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80" creationId="{C84B2221-38DC-FCBD-BD9E-28DCBA432522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81" creationId="{8B178F22-9EB4-6191-83C6-E0D787C242F8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82" creationId="{995E1134-5FC3-4BAC-1B0C-3505AD501FC9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83" creationId="{CF3FCD5D-DCFC-ACC0-8444-08DF5C8AFAE9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84" creationId="{1785E664-A6EE-CACD-A37B-24B080F3C471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85" creationId="{4792E5C8-A5A8-D1DF-F6AC-B871252E8B27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86" creationId="{2B857834-2B9A-0DD3-DAB6-0387686DBCBA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87" creationId="{4ABA4C1B-C643-CBCD-8C5E-63CBA6B8ECED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88" creationId="{2F9EF02A-D0E0-89C6-97E1-205580BB9C4B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89" creationId="{9E60608B-5AC7-0FEB-72FB-7234866CD3B8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90" creationId="{1BC36394-87A8-AA69-F37B-6CBAE0EEAB7D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91" creationId="{3217590B-A2F7-55D5-C7BD-AC70A2E3F343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92" creationId="{6EC2184C-16B6-BA81-D0FB-1935E29A285D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93" creationId="{70DCD7AD-B6B0-4789-9707-90866A9E9A96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94" creationId="{F80E57C6-03F4-8FA3-43EE-61F9D51FCFB7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95" creationId="{3F5FD6F3-81E9-9A99-6816-8D5ADC608D73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96" creationId="{C492B068-62CE-13D3-6550-5DAD361EB540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97" creationId="{D3357E71-F5E0-3B66-A766-3F1BC63312A0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98" creationId="{8BFB958F-CF6D-431D-E95B-8F35CB37B44C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299" creationId="{888E2CD9-CE82-CD43-C8CB-DB62B34615DC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300" creationId="{8845C9BA-0C17-33EB-4593-6E40DBCA87FC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301" creationId="{ABD45518-FB1D-BE50-AF08-2A5DECBF7657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302" creationId="{96553D76-21BB-259A-A4C8-A7D3F0E82FCD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303" creationId="{359320B3-214D-CC42-E857-47AAD1E0A269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304" creationId="{604EEA91-2245-3B8F-169D-F1C041961CC2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305" creationId="{A6D8F5A7-FFDF-E8B4-1489-3C796A94247E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313" creationId="{3A56583C-14CC-71CD-2153-045CDAA0EAFB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314" creationId="{18DA4A85-BC4E-B0DC-8C9A-05460B420340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315" creationId="{0B302C8D-204B-60D2-28D6-04C68203DEE6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316" creationId="{88AEDB80-3A22-ED2B-23AA-B6F1090BDD87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372" creationId="{08DC6863-D0AD-4A37-723E-046EBFB4E57A}"/>
          </ac:spMkLst>
        </pc:spChg>
        <pc:spChg chg="mod">
          <ac:chgData name="Terence Yang(楊金晶_PSZ)" userId="04050711-1c2b-4376-8c27-98d2e13849ce" providerId="ADAL" clId="{9F3395C2-1C42-496B-8D8D-0B0886CB10DC}" dt="2023-06-15T05:10:48.240" v="826" actId="165"/>
          <ac:spMkLst>
            <pc:docMk/>
            <pc:sldMk cId="867842362" sldId="637"/>
            <ac:spMk id="373" creationId="{ED46B1F3-A0D3-9B0A-D4BC-268C170649CE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75" creationId="{82E15AE1-808F-EC8E-7951-480D2ADA9DD8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76" creationId="{1652014C-5A43-743E-D17E-ACE1E5EEAACD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78" creationId="{F91E4DF5-E568-B1D2-4D06-FDD80C4F53D8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79" creationId="{85C2AFD1-3444-F85C-F662-41332A0316D0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80" creationId="{243C2218-A57C-EABB-11AE-B128C4476C4F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81" creationId="{411BF0F3-374B-484E-6797-57657C4B5960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82" creationId="{6214F826-E286-AD0B-9190-569211CEB014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83" creationId="{4CFC97AC-7FE1-DC66-AC3C-59B49AFF9968}"/>
          </ac:spMkLst>
        </pc:spChg>
        <pc:spChg chg="add mod ord">
          <ac:chgData name="Terence Yang(楊金晶_PSZ)" userId="04050711-1c2b-4376-8c27-98d2e13849ce" providerId="ADAL" clId="{9F3395C2-1C42-496B-8D8D-0B0886CB10DC}" dt="2023-06-15T07:51:41.836" v="887" actId="164"/>
          <ac:spMkLst>
            <pc:docMk/>
            <pc:sldMk cId="867842362" sldId="637"/>
            <ac:spMk id="384" creationId="{0029681F-9EB9-7503-7FC5-19B437D924DF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86" creationId="{3230B609-1E92-CAE6-77A6-02533AD157E7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87" creationId="{DFCAF9C9-FBDF-2F6F-0F59-5A9C1B879324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88" creationId="{F56DEFC1-C781-249B-DDEC-476843344ADF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89" creationId="{5A7058F2-6F3B-FD96-15AE-1ABA0783E315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90" creationId="{35C22508-449B-9D47-3A4B-DD2CA2197B09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91" creationId="{271D48BE-C67C-53EA-B0D9-08E95EB7DAFC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92" creationId="{C16C54BF-A167-62A6-2E52-9E7D8E35D7D5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93" creationId="{0A4B8193-F1A1-B695-8EED-7DB6A309B288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94" creationId="{B07030D8-7CBC-508C-E813-CF108EA34530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95" creationId="{182B85A3-E4F8-B91C-3EAB-451998FE37EC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96" creationId="{C2F500AE-E16D-6FD4-EE66-CEC7CEEED1EE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97" creationId="{35DB3C56-1CD7-1300-DBC6-D95565CE64FF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98" creationId="{65317DD7-5503-87D6-BF02-6A70EAFBBE49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399" creationId="{402399DE-44D5-012C-DE60-29585A48494A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400" creationId="{A9C81917-5F5E-327A-FCE4-C1C7B47D7691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401" creationId="{15F67D75-2FE6-B1F9-8E63-F43F464328CF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402" creationId="{C62CF1D1-E98B-BEB6-FBDB-474850A2687D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403" creationId="{14056BB9-3E2F-D4B5-FCB4-6C592E77FD35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404" creationId="{CBADA4DF-A43A-BCEC-AC3C-3043007C6CD6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405" creationId="{738FA66A-5EA6-6032-CCFB-6390DC5F218C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406" creationId="{71D3C776-8AB1-78B4-44F1-A60CD3786056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407" creationId="{4457F1C0-6319-039E-F0AD-A0C7BE2E6958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408" creationId="{8EBBE3FC-696F-3A9F-C016-E04976629204}"/>
          </ac:spMkLst>
        </pc:spChg>
        <pc:spChg chg="mod">
          <ac:chgData name="Terence Yang(楊金晶_PSZ)" userId="04050711-1c2b-4376-8c27-98d2e13849ce" providerId="ADAL" clId="{9F3395C2-1C42-496B-8D8D-0B0886CB10DC}" dt="2023-06-15T06:00:00.778" v="839"/>
          <ac:spMkLst>
            <pc:docMk/>
            <pc:sldMk cId="867842362" sldId="637"/>
            <ac:spMk id="409" creationId="{FB373D48-9DED-D007-9551-DBF31DAD9A1A}"/>
          </ac:spMkLst>
        </pc:spChg>
        <pc:grpChg chg="add del mod">
          <ac:chgData name="Terence Yang(楊金晶_PSZ)" userId="04050711-1c2b-4376-8c27-98d2e13849ce" providerId="ADAL" clId="{9F3395C2-1C42-496B-8D8D-0B0886CB10DC}" dt="2023-06-15T05:10:25.374" v="822" actId="478"/>
          <ac:grpSpMkLst>
            <pc:docMk/>
            <pc:sldMk cId="867842362" sldId="637"/>
            <ac:grpSpMk id="6" creationId="{6B84C6BE-A7E4-35C2-21AB-AAA8C2B44F80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7" creationId="{9F008621-1DAF-2811-D5B5-C0350B9B460C}"/>
          </ac:grpSpMkLst>
        </pc:grpChg>
        <pc:grpChg chg="add del mod">
          <ac:chgData name="Terence Yang(楊金晶_PSZ)" userId="04050711-1c2b-4376-8c27-98d2e13849ce" providerId="ADAL" clId="{9F3395C2-1C42-496B-8D8D-0B0886CB10DC}" dt="2023-06-15T05:10:25.374" v="822" actId="478"/>
          <ac:grpSpMkLst>
            <pc:docMk/>
            <pc:sldMk cId="867842362" sldId="637"/>
            <ac:grpSpMk id="18" creationId="{29C97F31-4B53-5786-3095-CEB55FDF3CF8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23" creationId="{79B5556E-F61D-45D7-BA43-0279DC2618F2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24" creationId="{58661917-906D-0993-AA19-E3C702C6AB96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25" creationId="{6FF1A7B1-BE7B-E15D-CF3A-74F70D4FA48C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26" creationId="{A498587A-C7AA-65AF-075B-E4A48B50F1AD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27" creationId="{603DEB5F-7675-C173-8B0A-4A47E02F0147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28" creationId="{3C96FE77-C917-43EA-2390-F933C5DEB412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29" creationId="{734F3068-C7A8-0CDC-8E87-41F4ED5BA874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30" creationId="{032AAA66-AE4D-0421-3BE2-7295FA3F96BF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31" creationId="{8334C3CA-E130-042F-015F-F289D6CBADBC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32" creationId="{0BA7CD83-998D-D925-3580-CC046B34C708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33" creationId="{E6A5B7CD-F17B-E693-8DFE-19C81308408C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47" creationId="{FCFC24E8-90E2-1494-EA11-D1E88CEB290A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48" creationId="{73FC6886-B334-4440-DED1-BEE758C0D5FD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49" creationId="{57249870-039B-0BD0-28DF-9EFFC66231FA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50" creationId="{2F1D7FF9-5832-0A8A-C434-3A0CCB82EAEA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51" creationId="{71DA3F83-939B-CD93-0A62-D68E593DC708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52" creationId="{F5F96B49-138A-8C18-AC7C-D4FF7FD064F1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53" creationId="{42DDE7D8-EF6F-A091-72A1-14423AAF8A9E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54" creationId="{9A25C694-A52C-D77F-4D1F-376F9F2E7632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55" creationId="{7AADB281-79AD-4692-A7A8-88ED8CA38DF3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56" creationId="{F897A4CF-2CEF-6373-A0A8-C6864354430C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57" creationId="{96B9D3D8-0407-7C6D-316B-4681C983809E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58" creationId="{E86091C0-B4F3-B366-46DD-52F3E67DC78B}"/>
          </ac:grpSpMkLst>
        </pc:grpChg>
        <pc:grpChg chg="mod">
          <ac:chgData name="Terence Yang(楊金晶_PSZ)" userId="04050711-1c2b-4376-8c27-98d2e13849ce" providerId="ADAL" clId="{9F3395C2-1C42-496B-8D8D-0B0886CB10DC}" dt="2023-06-15T04:50:59.017" v="691"/>
          <ac:grpSpMkLst>
            <pc:docMk/>
            <pc:sldMk cId="867842362" sldId="637"/>
            <ac:grpSpMk id="60" creationId="{0957B5B7-F4DF-1BE9-D483-8BC42A676A8D}"/>
          </ac:grpSpMkLst>
        </pc:grpChg>
        <pc:grpChg chg="add del mod">
          <ac:chgData name="Terence Yang(楊金晶_PSZ)" userId="04050711-1c2b-4376-8c27-98d2e13849ce" providerId="ADAL" clId="{9F3395C2-1C42-496B-8D8D-0B0886CB10DC}" dt="2023-06-15T05:10:25.374" v="822" actId="478"/>
          <ac:grpSpMkLst>
            <pc:docMk/>
            <pc:sldMk cId="867842362" sldId="637"/>
            <ac:grpSpMk id="127" creationId="{E403E57B-0B71-11CD-F0EB-9A0708292B17}"/>
          </ac:grpSpMkLst>
        </pc:grpChg>
        <pc:grpChg chg="add del mod">
          <ac:chgData name="Terence Yang(楊金晶_PSZ)" userId="04050711-1c2b-4376-8c27-98d2e13849ce" providerId="ADAL" clId="{9F3395C2-1C42-496B-8D8D-0B0886CB10DC}" dt="2023-06-15T05:10:25.374" v="822" actId="478"/>
          <ac:grpSpMkLst>
            <pc:docMk/>
            <pc:sldMk cId="867842362" sldId="637"/>
            <ac:grpSpMk id="152" creationId="{4B89CFA8-CAC2-910D-43D8-E6C9C1833FC5}"/>
          </ac:grpSpMkLst>
        </pc:grpChg>
        <pc:grpChg chg="add del 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160" creationId="{F0082248-0DDD-02FC-AA37-D8C08DB8C97D}"/>
          </ac:grpSpMkLst>
        </pc:grpChg>
        <pc:grpChg chg="add del mod topLvl">
          <ac:chgData name="Terence Yang(楊金晶_PSZ)" userId="04050711-1c2b-4376-8c27-98d2e13849ce" providerId="ADAL" clId="{9F3395C2-1C42-496B-8D8D-0B0886CB10DC}" dt="2023-06-15T05:11:06.935" v="831" actId="21"/>
          <ac:grpSpMkLst>
            <pc:docMk/>
            <pc:sldMk cId="867842362" sldId="637"/>
            <ac:grpSpMk id="161" creationId="{161C6336-6481-1F11-B8D6-6CA2530FFD59}"/>
          </ac:grpSpMkLst>
        </pc:grpChg>
        <pc:grpChg chg="del mod topLvl">
          <ac:chgData name="Terence Yang(楊金晶_PSZ)" userId="04050711-1c2b-4376-8c27-98d2e13849ce" providerId="ADAL" clId="{9F3395C2-1C42-496B-8D8D-0B0886CB10DC}" dt="2023-06-15T05:11:26.389" v="837" actId="478"/>
          <ac:grpSpMkLst>
            <pc:docMk/>
            <pc:sldMk cId="867842362" sldId="637"/>
            <ac:grpSpMk id="162" creationId="{CB1283FB-E464-4B37-3AFA-CEE63E998F7D}"/>
          </ac:grpSpMkLst>
        </pc:grpChg>
        <pc:grpChg chg="mod topLvl">
          <ac:chgData name="Terence Yang(楊金晶_PSZ)" userId="04050711-1c2b-4376-8c27-98d2e13849ce" providerId="ADAL" clId="{9F3395C2-1C42-496B-8D8D-0B0886CB10DC}" dt="2023-06-15T07:51:41.836" v="887" actId="164"/>
          <ac:grpSpMkLst>
            <pc:docMk/>
            <pc:sldMk cId="867842362" sldId="637"/>
            <ac:grpSpMk id="163" creationId="{13FC1A37-F871-9188-5690-CA9391E7CD39}"/>
          </ac:grpSpMkLst>
        </pc:grpChg>
        <pc:grpChg chg="mod topLvl">
          <ac:chgData name="Terence Yang(楊金晶_PSZ)" userId="04050711-1c2b-4376-8c27-98d2e13849ce" providerId="ADAL" clId="{9F3395C2-1C42-496B-8D8D-0B0886CB10DC}" dt="2023-06-15T07:51:41.836" v="887" actId="164"/>
          <ac:grpSpMkLst>
            <pc:docMk/>
            <pc:sldMk cId="867842362" sldId="637"/>
            <ac:grpSpMk id="164" creationId="{26BEAB82-BDB6-8971-99E0-4409DD40C8C8}"/>
          </ac:grpSpMkLst>
        </pc:grpChg>
        <pc:grpChg chg="del mod topLvl">
          <ac:chgData name="Terence Yang(楊金晶_PSZ)" userId="04050711-1c2b-4376-8c27-98d2e13849ce" providerId="ADAL" clId="{9F3395C2-1C42-496B-8D8D-0B0886CB10DC}" dt="2023-06-15T05:11:12.119" v="833" actId="21"/>
          <ac:grpSpMkLst>
            <pc:docMk/>
            <pc:sldMk cId="867842362" sldId="637"/>
            <ac:grpSpMk id="165" creationId="{DD250EE7-CE4D-6822-D335-AD4B4CC96CBF}"/>
          </ac:grpSpMkLst>
        </pc:grpChg>
        <pc:grpChg chg="add del mod topLvl">
          <ac:chgData name="Terence Yang(楊金晶_PSZ)" userId="04050711-1c2b-4376-8c27-98d2e13849ce" providerId="ADAL" clId="{9F3395C2-1C42-496B-8D8D-0B0886CB10DC}" dt="2023-06-15T05:11:06.935" v="831" actId="21"/>
          <ac:grpSpMkLst>
            <pc:docMk/>
            <pc:sldMk cId="867842362" sldId="637"/>
            <ac:grpSpMk id="166" creationId="{655FAEB6-F8A4-6C6D-D6F7-D06CF8451600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02" creationId="{C6149299-443C-A965-57F5-C23ECA3C4397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03" creationId="{B7047BE5-FD6D-36C3-643C-D80CF93129BB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04" creationId="{8C04CFB0-F96C-1B67-0238-2096D6E47CBF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05" creationId="{8F94ACDD-2E6C-2661-C21B-8BD7760B3E85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06" creationId="{4864A738-F98F-9175-C9BC-2BBFCC7B699B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07" creationId="{274F87B8-F83D-1761-EBA9-0735FBD088AD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08" creationId="{01D53914-EBA4-D93D-950A-7E31F0C54FBC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09" creationId="{D7B90BDC-90EF-5216-3785-C202B5590284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10" creationId="{0DB09D1E-6D21-3DEA-5B54-0CA622397224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11" creationId="{7E6F2828-4FC5-8FF2-2158-9E92DB65558C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12" creationId="{FDBD3915-E746-CF32-ED68-A95F3ECFC8B4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26" creationId="{8950374E-67F0-D61E-6ACC-AB34C3EF6C3C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27" creationId="{9EA4EE93-9A46-DCC9-21FD-9C4D16EEAB85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28" creationId="{7497E3FE-A8CB-248A-B595-5DFADE98B948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29" creationId="{2A0293DA-F534-94AF-1AF3-B310D752C38B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30" creationId="{7FEB196D-EA04-E3C7-087F-C77F21BABB44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31" creationId="{F7180E15-1F25-892A-E4FB-6B81B7FB28FC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32" creationId="{21C668BB-3B72-216E-0D32-28AD1C355C01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33" creationId="{59E21C22-A157-2EBA-9F5E-AEF3EC181D2C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34" creationId="{E56AA582-DAF3-867D-2F17-CB4C1A9ABEC6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35" creationId="{A6003E6E-B810-2860-AABE-D5943FC2FB8F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36" creationId="{BA2E424D-9B99-1BAF-0A88-56E76EA1A0D7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37" creationId="{F34A62CB-B948-A752-6C11-0253D7C3CEB5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239" creationId="{669AE5CE-7E5C-C5DE-D28F-C38798487AF3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306" creationId="{2BB97EB0-D5CE-B71C-93DA-6824DBA6A026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317" creationId="{50CD19B7-7421-E190-2096-7557677C595B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318" creationId="{814CFD46-8327-682E-FABE-699B51C60DE5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319" creationId="{ABC74FE2-CF7A-E7EC-EE21-82D5E2B0673F}"/>
          </ac:grpSpMkLst>
        </pc:grpChg>
        <pc:grpChg chg="mod">
          <ac:chgData name="Terence Yang(楊金晶_PSZ)" userId="04050711-1c2b-4376-8c27-98d2e13849ce" providerId="ADAL" clId="{9F3395C2-1C42-496B-8D8D-0B0886CB10DC}" dt="2023-06-15T05:10:48.240" v="826" actId="165"/>
          <ac:grpSpMkLst>
            <pc:docMk/>
            <pc:sldMk cId="867842362" sldId="637"/>
            <ac:grpSpMk id="320" creationId="{470DA52D-DE12-9A9D-4D5C-600F9A60B6C4}"/>
          </ac:grpSpMkLst>
        </pc:grpChg>
        <pc:grpChg chg="add mod ord">
          <ac:chgData name="Terence Yang(楊金晶_PSZ)" userId="04050711-1c2b-4376-8c27-98d2e13849ce" providerId="ADAL" clId="{9F3395C2-1C42-496B-8D8D-0B0886CB10DC}" dt="2023-06-15T07:51:41.836" v="887" actId="164"/>
          <ac:grpSpMkLst>
            <pc:docMk/>
            <pc:sldMk cId="867842362" sldId="637"/>
            <ac:grpSpMk id="374" creationId="{D31D8C70-6303-D806-845B-DAC953F1C59C}"/>
          </ac:grpSpMkLst>
        </pc:grpChg>
        <pc:grpChg chg="add mod ord">
          <ac:chgData name="Terence Yang(楊金晶_PSZ)" userId="04050711-1c2b-4376-8c27-98d2e13849ce" providerId="ADAL" clId="{9F3395C2-1C42-496B-8D8D-0B0886CB10DC}" dt="2023-06-15T07:51:41.836" v="887" actId="164"/>
          <ac:grpSpMkLst>
            <pc:docMk/>
            <pc:sldMk cId="867842362" sldId="637"/>
            <ac:grpSpMk id="377" creationId="{6DC7BC11-8438-388C-7C4E-38197C6B0835}"/>
          </ac:grpSpMkLst>
        </pc:grpChg>
        <pc:grpChg chg="add mod ord">
          <ac:chgData name="Terence Yang(楊金晶_PSZ)" userId="04050711-1c2b-4376-8c27-98d2e13849ce" providerId="ADAL" clId="{9F3395C2-1C42-496B-8D8D-0B0886CB10DC}" dt="2023-06-15T07:51:41.836" v="887" actId="164"/>
          <ac:grpSpMkLst>
            <pc:docMk/>
            <pc:sldMk cId="867842362" sldId="637"/>
            <ac:grpSpMk id="385" creationId="{D00A4AE5-8215-D138-6CA6-381FA26281B1}"/>
          </ac:grpSpMkLst>
        </pc:grpChg>
        <pc:grpChg chg="add mod">
          <ac:chgData name="Terence Yang(楊金晶_PSZ)" userId="04050711-1c2b-4376-8c27-98d2e13849ce" providerId="ADAL" clId="{9F3395C2-1C42-496B-8D8D-0B0886CB10DC}" dt="2023-06-15T07:51:41.836" v="887" actId="164"/>
          <ac:grpSpMkLst>
            <pc:docMk/>
            <pc:sldMk cId="867842362" sldId="637"/>
            <ac:grpSpMk id="410" creationId="{6D13A666-BA7F-BCE3-2B12-098C463E2873}"/>
          </ac:grpSpMkLst>
        </pc:grpChg>
        <pc:cxnChg chg="mod">
          <ac:chgData name="Terence Yang(楊金晶_PSZ)" userId="04050711-1c2b-4376-8c27-98d2e13849ce" providerId="ADAL" clId="{9F3395C2-1C42-496B-8D8D-0B0886CB10DC}" dt="2023-06-15T04:50:59.017" v="691"/>
          <ac:cxnSpMkLst>
            <pc:docMk/>
            <pc:sldMk cId="867842362" sldId="637"/>
            <ac:cxnSpMk id="8" creationId="{3B56B186-CCD7-F350-0AD1-42D124E840D9}"/>
          </ac:cxnSpMkLst>
        </pc:cxnChg>
        <pc:cxnChg chg="mod">
          <ac:chgData name="Terence Yang(楊金晶_PSZ)" userId="04050711-1c2b-4376-8c27-98d2e13849ce" providerId="ADAL" clId="{9F3395C2-1C42-496B-8D8D-0B0886CB10DC}" dt="2023-06-15T04:50:59.017" v="691"/>
          <ac:cxnSpMkLst>
            <pc:docMk/>
            <pc:sldMk cId="867842362" sldId="637"/>
            <ac:cxnSpMk id="9" creationId="{1424C028-642C-5DE2-2448-A437CDDEF192}"/>
          </ac:cxnSpMkLst>
        </pc:cxnChg>
        <pc:cxnChg chg="mod">
          <ac:chgData name="Terence Yang(楊金晶_PSZ)" userId="04050711-1c2b-4376-8c27-98d2e13849ce" providerId="ADAL" clId="{9F3395C2-1C42-496B-8D8D-0B0886CB10DC}" dt="2023-06-15T04:50:59.017" v="691"/>
          <ac:cxnSpMkLst>
            <pc:docMk/>
            <pc:sldMk cId="867842362" sldId="637"/>
            <ac:cxnSpMk id="10" creationId="{999E1527-0321-DD31-19FD-391C3498A873}"/>
          </ac:cxnSpMkLst>
        </pc:cxnChg>
        <pc:cxnChg chg="mod">
          <ac:chgData name="Terence Yang(楊金晶_PSZ)" userId="04050711-1c2b-4376-8c27-98d2e13849ce" providerId="ADAL" clId="{9F3395C2-1C42-496B-8D8D-0B0886CB10DC}" dt="2023-06-15T04:50:59.017" v="691"/>
          <ac:cxnSpMkLst>
            <pc:docMk/>
            <pc:sldMk cId="867842362" sldId="637"/>
            <ac:cxnSpMk id="11" creationId="{8D5510DB-076A-7757-54BD-40C69EB520A9}"/>
          </ac:cxnSpMkLst>
        </pc:cxnChg>
        <pc:cxnChg chg="mod">
          <ac:chgData name="Terence Yang(楊金晶_PSZ)" userId="04050711-1c2b-4376-8c27-98d2e13849ce" providerId="ADAL" clId="{9F3395C2-1C42-496B-8D8D-0B0886CB10DC}" dt="2023-06-15T04:50:59.017" v="691"/>
          <ac:cxnSpMkLst>
            <pc:docMk/>
            <pc:sldMk cId="867842362" sldId="637"/>
            <ac:cxnSpMk id="12" creationId="{6F5BC774-BA34-AE1D-41DC-C33E4C926188}"/>
          </ac:cxnSpMkLst>
        </pc:cxnChg>
        <pc:cxnChg chg="mod">
          <ac:chgData name="Terence Yang(楊金晶_PSZ)" userId="04050711-1c2b-4376-8c27-98d2e13849ce" providerId="ADAL" clId="{9F3395C2-1C42-496B-8D8D-0B0886CB10DC}" dt="2023-06-15T04:50:59.017" v="691"/>
          <ac:cxnSpMkLst>
            <pc:docMk/>
            <pc:sldMk cId="867842362" sldId="637"/>
            <ac:cxnSpMk id="13" creationId="{419E73CE-41E1-0621-814F-F8F7FEA20315}"/>
          </ac:cxnSpMkLst>
        </pc:cxnChg>
        <pc:cxnChg chg="mod">
          <ac:chgData name="Terence Yang(楊金晶_PSZ)" userId="04050711-1c2b-4376-8c27-98d2e13849ce" providerId="ADAL" clId="{9F3395C2-1C42-496B-8D8D-0B0886CB10DC}" dt="2023-06-15T04:50:59.017" v="691"/>
          <ac:cxnSpMkLst>
            <pc:docMk/>
            <pc:sldMk cId="867842362" sldId="637"/>
            <ac:cxnSpMk id="59" creationId="{309446C5-94D2-55D0-3216-8561AC462394}"/>
          </ac:cxnSpMkLst>
        </pc:cxnChg>
        <pc:cxnChg chg="mod">
          <ac:chgData name="Terence Yang(楊金晶_PSZ)" userId="04050711-1c2b-4376-8c27-98d2e13849ce" providerId="ADAL" clId="{9F3395C2-1C42-496B-8D8D-0B0886CB10DC}" dt="2023-06-15T05:10:25.374" v="822" actId="478"/>
          <ac:cxnSpMkLst>
            <pc:docMk/>
            <pc:sldMk cId="867842362" sldId="637"/>
            <ac:cxnSpMk id="63" creationId="{8B098E29-A01C-90C6-F476-8599DA0BCEF1}"/>
          </ac:cxnSpMkLst>
        </pc:cxnChg>
        <pc:cxnChg chg="mod">
          <ac:chgData name="Terence Yang(楊金晶_PSZ)" userId="04050711-1c2b-4376-8c27-98d2e13849ce" providerId="ADAL" clId="{9F3395C2-1C42-496B-8D8D-0B0886CB10DC}" dt="2023-06-15T04:50:59.017" v="691"/>
          <ac:cxnSpMkLst>
            <pc:docMk/>
            <pc:sldMk cId="867842362" sldId="637"/>
            <ac:cxnSpMk id="64" creationId="{894880A9-6873-DFFF-32FD-A3B4EF1167F8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238" creationId="{C1D18BB1-461D-7167-1E88-2A7C2D12BF18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242" creationId="{D4044CA4-3888-3611-52CB-0ED374F7A841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243" creationId="{61FC0E74-C641-5318-D913-5878EE4C12DC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07" creationId="{F28E49CF-0FF2-A190-DA50-4637C5F54311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08" creationId="{68887DE2-9FBC-6C12-C7CF-BBA23071CEDE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09" creationId="{DBB93FEA-BA35-4488-04BB-0224A84FE6DF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10" creationId="{52ED632A-0803-E0A1-2C1D-95B0B560EBE7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11" creationId="{6A54F581-B39C-96A5-EA86-115C9689837E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12" creationId="{7647CBFF-FAFC-7842-DFC4-FF02F7E22CAD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21" creationId="{88492CBD-F781-1D93-B411-8A5207F679D9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22" creationId="{8E9EB5CA-2EAD-BF51-3606-57C8945D4B84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23" creationId="{2ED2CFD9-8A52-C3E6-77F2-F59B5ED81B3A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24" creationId="{729DA1DC-D6E6-02B9-32D2-78622313DBD3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25" creationId="{E99A27C1-59ED-D71E-BEB5-6F89E94C9A3D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26" creationId="{2ED6D446-34A5-0681-21D5-292F2EEE98D1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27" creationId="{E840A137-F90D-9337-C90F-46339B9F5434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28" creationId="{5DDD522E-09A0-C0B1-485D-69F901DD473E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29" creationId="{5F4EE9BB-FDBA-29B9-4065-2F34B476C4FB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30" creationId="{86C5C9A5-9B93-5704-6D27-A2AFD18AA475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31" creationId="{9059D00E-AA49-D485-8C80-5DD9E367E629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32" creationId="{07839BE5-F749-C039-BCE3-470DC2808B94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33" creationId="{2A8ECFE1-A119-ECD9-C103-3697D4722A51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34" creationId="{A4E8948E-C99F-2B3E-F860-37748E3CC379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35" creationId="{9BF7FAAC-F61B-3CD0-6009-6596088D3CB3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36" creationId="{54584D8C-88A8-2F3A-07E5-B3FD0020396A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37" creationId="{B45CDAA8-6C05-7808-4DDF-F43C936C3A61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38" creationId="{6B385378-EC61-CE8F-12B6-C6F09E99D6B3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39" creationId="{572BD760-3777-5339-7639-91381624B800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40" creationId="{F5AD7059-1D5F-B2D4-DEF5-DA6C97FB76BF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41" creationId="{B3429A2F-A575-1E87-9225-C8D635013F49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42" creationId="{C6AA7FF2-B703-4AAE-501C-BFD70E17C5EB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43" creationId="{8C60732E-2C12-574D-6A16-E3DF0CD1F74F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44" creationId="{C79432D7-D2B3-E257-0B65-DBB4A23B622A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45" creationId="{AC43A76F-3122-C9AE-475D-6656D5B8AF11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46" creationId="{05BB1A6E-3070-5C5F-09BD-F0781A85A66A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47" creationId="{C78CEEF9-0683-2C82-4086-698F47D3D49F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48" creationId="{8E19A400-DAA4-881A-03D1-4F7923FA3231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49" creationId="{3DDEA90A-419B-612B-AD8B-94A0D3193393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50" creationId="{5D6C0E0B-791B-C609-FD6B-2F54D7659314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51" creationId="{47DC0D83-1209-1AB7-9365-1CF9730B7E9D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52" creationId="{D8D48468-A868-AF7E-CC2A-E087D4DDE4D5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53" creationId="{27F18121-66C2-5F76-359A-40EEBE172055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54" creationId="{250498EF-1718-D06E-B3DC-944479F8681E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55" creationId="{443631A2-587F-9D07-23AA-9F9B1B4A9788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56" creationId="{E51F2BDE-5766-8ECF-FF0E-99CEAF62554F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57" creationId="{2E8FC0C5-9435-7E0D-C062-16DE5ADFF289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58" creationId="{6207FCAD-A75F-FCD8-741B-1FA194710BD8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59" creationId="{A7492F99-D669-70B2-291D-3D11B69F1198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60" creationId="{6E547482-57FF-616A-3839-1129BA9BF982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61" creationId="{9002C69D-3E58-EF89-83C9-62AB6F905E94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62" creationId="{058D8A18-5709-FC32-3492-6FF0CF037AD9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63" creationId="{91396F18-2C4A-8C28-66CF-A42814E432B2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64" creationId="{F931CE60-8DE1-6C5C-E114-1288DC4FC788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65" creationId="{30A4F60C-3521-8F34-177C-15CF509CC125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66" creationId="{5AE26F7F-05C4-0DC7-0A3F-5A9AAE136F2D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67" creationId="{17283B3A-0A00-3F3F-C79B-045341AC38E5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68" creationId="{92C95424-2220-47BF-0264-78300B63586E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69" creationId="{8C38277B-944D-4639-DF62-B26A607B58EC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70" creationId="{584AC8F6-87F6-0329-CE40-1B62A34F2C44}"/>
          </ac:cxnSpMkLst>
        </pc:cxnChg>
        <pc:cxnChg chg="mod">
          <ac:chgData name="Terence Yang(楊金晶_PSZ)" userId="04050711-1c2b-4376-8c27-98d2e13849ce" providerId="ADAL" clId="{9F3395C2-1C42-496B-8D8D-0B0886CB10DC}" dt="2023-06-15T05:10:48.240" v="826" actId="165"/>
          <ac:cxnSpMkLst>
            <pc:docMk/>
            <pc:sldMk cId="867842362" sldId="637"/>
            <ac:cxnSpMk id="371" creationId="{EA25B741-4A05-81AE-6B54-CD10961FCBA5}"/>
          </ac:cxnSpMkLst>
        </pc:cxnChg>
      </pc:sldChg>
      <pc:sldChg chg="addSp delSp modSp new mod">
        <pc:chgData name="Terence Yang(楊金晶_PSZ)" userId="04050711-1c2b-4376-8c27-98d2e13849ce" providerId="ADAL" clId="{9F3395C2-1C42-496B-8D8D-0B0886CB10DC}" dt="2023-06-15T06:01:07.768" v="859" actId="21"/>
        <pc:sldMkLst>
          <pc:docMk/>
          <pc:sldMk cId="320261783" sldId="638"/>
        </pc:sldMkLst>
        <pc:spChg chg="del">
          <ac:chgData name="Terence Yang(楊金晶_PSZ)" userId="04050711-1c2b-4376-8c27-98d2e13849ce" providerId="ADAL" clId="{9F3395C2-1C42-496B-8D8D-0B0886CB10DC}" dt="2023-06-15T04:52:01.470" v="701" actId="478"/>
          <ac:spMkLst>
            <pc:docMk/>
            <pc:sldMk cId="320261783" sldId="638"/>
            <ac:spMk id="2" creationId="{B69F747A-D11D-F4E2-2012-F1F1E9AD0BD9}"/>
          </ac:spMkLst>
        </pc:spChg>
        <pc:spChg chg="del">
          <ac:chgData name="Terence Yang(楊金晶_PSZ)" userId="04050711-1c2b-4376-8c27-98d2e13849ce" providerId="ADAL" clId="{9F3395C2-1C42-496B-8D8D-0B0886CB10DC}" dt="2023-06-15T04:52:01.470" v="701" actId="478"/>
          <ac:spMkLst>
            <pc:docMk/>
            <pc:sldMk cId="320261783" sldId="638"/>
            <ac:spMk id="3" creationId="{C5BB65D4-329F-9229-58F1-491EAE3E578E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5" creationId="{D39F534C-9B30-5DA3-47B1-5CD73C91328E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6" creationId="{3CB35B97-D751-672F-7132-AF312EDE1227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9" creationId="{60A3ED34-17E5-F0E4-C228-97A9156FBA40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10" creationId="{00972B13-CBC0-53AE-CC5F-A36EA918F65B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11" creationId="{96549847-B7F1-B6DF-79AC-A55A9AF92FB3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12" creationId="{81DE0688-897A-70F0-1290-91499176C69D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13" creationId="{661D63E4-89B4-55A1-1D0C-CC941F70CD8E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14" creationId="{C013DC98-A042-6FDF-3BAF-9326C30A948D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15" creationId="{7F2124D3-BDB5-A9BF-3ABA-D49DD5343A55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16" creationId="{CC47F9DD-A39C-3A22-443B-AE240C0C9565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17" creationId="{0C187056-C93D-E06F-85DC-C4534BC7503D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18" creationId="{55837BE3-4F37-9869-66D4-08F343A0D8FF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19" creationId="{439BDEE5-E5B4-52AB-C821-3668A3C69CFD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20" creationId="{BD0B241C-CBF2-2231-E234-A658A4A2CBDD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21" creationId="{62143EC8-0A0E-54A7-CB8C-A861CE26EDA3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22" creationId="{280CF726-82F5-50FD-B2D3-863D75EA2EAF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23" creationId="{8BB9DC9A-574A-6BE7-5D7D-7C71DCA999C1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24" creationId="{540189E8-7958-B130-2509-9365A99E5FC8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25" creationId="{FB41C61F-E0AB-5944-A00F-060034D18C86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26" creationId="{0B5F14B7-101E-ECD3-1563-CEEBDE298E7D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27" creationId="{15D21EE3-46F1-EC28-4A8B-417B67F476B4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28" creationId="{66785D4C-676E-32C5-36F2-0B55B72DB957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29" creationId="{0A22C2F3-24C9-7267-9E2F-990BA9A499BC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30" creationId="{87997136-5A79-77FB-0D07-53EDF6AD31A8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31" creationId="{E7C1C82E-C422-404B-52D3-FE4DB6FE2D4B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32" creationId="{6F61A1E7-52B8-D9AE-D60C-978F72527468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33" creationId="{3630EC6D-FC98-D99F-AE76-143D69A0BD6E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34" creationId="{093823DF-F0AF-8ED3-5915-2512F0434AF9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35" creationId="{01170B17-892D-974E-6817-5E857406B0D4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36" creationId="{B9423877-B6C5-3BCA-4752-4E9537C5464E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37" creationId="{CBAECA30-22B8-FBE0-9EE1-4552DE46F154}"/>
          </ac:spMkLst>
        </pc:spChg>
        <pc:spChg chg="mod">
          <ac:chgData name="Terence Yang(楊金晶_PSZ)" userId="04050711-1c2b-4376-8c27-98d2e13849ce" providerId="ADAL" clId="{9F3395C2-1C42-496B-8D8D-0B0886CB10DC}" dt="2023-06-15T04:52:30.334" v="705"/>
          <ac:spMkLst>
            <pc:docMk/>
            <pc:sldMk cId="320261783" sldId="638"/>
            <ac:spMk id="38" creationId="{F2DD5BBF-00BA-20FB-6BD1-95093659214A}"/>
          </ac:spMkLst>
        </pc:spChg>
        <pc:spChg chg="mod">
          <ac:chgData name="Terence Yang(楊金晶_PSZ)" userId="04050711-1c2b-4376-8c27-98d2e13849ce" providerId="ADAL" clId="{9F3395C2-1C42-496B-8D8D-0B0886CB10DC}" dt="2023-06-15T04:55:07.815" v="750" actId="339"/>
          <ac:spMkLst>
            <pc:docMk/>
            <pc:sldMk cId="320261783" sldId="638"/>
            <ac:spMk id="40" creationId="{31C09EAC-FB7A-51BF-5763-53404F4FABB8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41" creationId="{C7A77FA7-7C3C-D207-4948-07C9215A7038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42" creationId="{0D42E257-0E48-E259-720B-585CFA437145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43" creationId="{552D69FC-1FF1-321D-014F-C77FBA42A3EB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44" creationId="{4016B61B-E8AB-13CE-39C9-C0323A50A5B6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45" creationId="{1F804364-20CE-B954-D431-A78B64F0CD83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46" creationId="{71A2595D-91A0-7233-74FA-02444CA5ADBD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47" creationId="{B55D2EB5-9607-41A1-C131-79A7F2943B52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48" creationId="{3FEB559A-30CD-5E20-8F9A-AF431C9E15A2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49" creationId="{F644CCA9-A546-6F27-1E1F-4B14924BF4F8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50" creationId="{DD88CC75-DED5-57CB-30B2-76F318BD2798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51" creationId="{BB44E4D3-999A-A19C-3BFB-DBDC4A498555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52" creationId="{F4D7FE3D-AB6E-F1D4-37F2-21D7D2D8EF1D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54" creationId="{E4CD7C0C-1101-24C2-9747-55FD7D36D358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55" creationId="{EC252FFA-7BA9-3C9F-FE17-B32A5037BA37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56" creationId="{9D37C169-2B48-B8A3-7D4F-DE147D1F18F3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57" creationId="{0E976EDC-D76F-0F37-66C7-EB59F070F2E6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58" creationId="{F34860E1-A2B1-D2F0-ACA4-0CBB70EF8393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59" creationId="{C076C516-3677-BC17-D557-8807885A4894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60" creationId="{94B9CF9B-D234-BC41-524A-BA0835A6D207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61" creationId="{8CB669C4-3556-8186-0DAB-696A19F1E3E9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62" creationId="{2B62D894-3377-79CC-1BB7-3AF62DDF566C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63" creationId="{A40890F7-E7A8-BCB1-C9B2-FF5DBF38ECDF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64" creationId="{88D3206B-5989-0EEA-AD10-84074D4D8188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65" creationId="{ED0C6E9D-7D5D-8F34-4C5A-DA1A7BFC4F6D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66" creationId="{76D3FC3E-8D1E-BDD2-29CC-564D00FF0E60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67" creationId="{ABE4E941-8787-45A8-AC1F-760498DBD2E9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68" creationId="{9B8CA76A-AE27-F74D-DFE5-398ACDAF1188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69" creationId="{2C6F04A6-BDF7-928F-8731-4EEAE4F1F2DC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70" creationId="{B1CCC21D-C435-E989-8F8A-EB07DBB5CD16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71" creationId="{2648BF8E-06A9-F580-6F28-285AC98C914E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72" creationId="{7A481ECE-1BCD-AA9F-3345-A271F2C62AE0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73" creationId="{CFC80D3C-5C75-597F-3224-D4B03A38E947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74" creationId="{2250F76C-1ED2-6BE4-7973-E4391BC970B3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75" creationId="{DDBCAD10-DB8F-C77F-C89F-DC043606A757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76" creationId="{FFDA52A6-E3E9-1F6D-CEF7-B50682686576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77" creationId="{4F13FE06-FCB7-AF35-A76C-CED677143C06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78" creationId="{58624832-F466-0B2C-8484-8693438EFBFA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79" creationId="{D519FAD4-1073-9FB7-06F4-D201567C7FC8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80" creationId="{1A8EF4B8-0378-5FCF-63F1-2E3A82C538C1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81" creationId="{F3956AAE-8A0D-40F4-B914-E98FC74888A3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82" creationId="{2C2D0C87-6C06-28B5-284E-D0E5600762F6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83" creationId="{7D3D46A1-E460-D807-79E1-5FB807C139E9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84" creationId="{278114CD-7937-2888-DD7B-A469F51B3843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85" creationId="{C8911C70-027F-9A88-926D-1FC403CEFFD8}"/>
          </ac:spMkLst>
        </pc:spChg>
        <pc:spChg chg="mod">
          <ac:chgData name="Terence Yang(楊金晶_PSZ)" userId="04050711-1c2b-4376-8c27-98d2e13849ce" providerId="ADAL" clId="{9F3395C2-1C42-496B-8D8D-0B0886CB10DC}" dt="2023-06-15T04:52:38.188" v="706"/>
          <ac:spMkLst>
            <pc:docMk/>
            <pc:sldMk cId="320261783" sldId="638"/>
            <ac:spMk id="86" creationId="{707B984A-6001-28E5-12DD-B3729FCE2243}"/>
          </ac:spMkLst>
        </pc:spChg>
        <pc:spChg chg="mod">
          <ac:chgData name="Terence Yang(楊金晶_PSZ)" userId="04050711-1c2b-4376-8c27-98d2e13849ce" providerId="ADAL" clId="{9F3395C2-1C42-496B-8D8D-0B0886CB10DC}" dt="2023-06-15T04:55:25.757" v="756" actId="207"/>
          <ac:spMkLst>
            <pc:docMk/>
            <pc:sldMk cId="320261783" sldId="638"/>
            <ac:spMk id="88" creationId="{749FE51D-0DAE-8FB9-CDB0-0E54BF865B85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89" creationId="{94CAE702-C2CF-DE7A-10D9-5F585B4D466E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90" creationId="{436178DE-FFB8-2B37-3B34-1D8E6E53EC3D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91" creationId="{18B652BF-D5DB-1256-950A-5F6473F4AE7C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92" creationId="{7AE98CEB-4FC5-0B69-6BFC-C6CC58F21B25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93" creationId="{7FF70DFE-DE26-9CBA-7903-62669A6E2F63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94" creationId="{AC510DCB-45E7-F2BF-FF8A-25702064F6FB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95" creationId="{3AE4354C-3CD7-AD4C-FAA6-F4691738DF2E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96" creationId="{29DA0E36-BA7F-BD28-D053-7962037F4BE8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97" creationId="{AF75C6A7-C037-4275-9157-0125D83CAFEF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99" creationId="{5ABA794E-14CE-7688-7C4F-A1CD97DFBE44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00" creationId="{FF6C86AA-4D48-5BFF-6D5F-391462D502F1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01" creationId="{AA0BB407-724A-EBD2-7AC0-B498BFA0414E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02" creationId="{9971D43B-FEC8-1307-7C20-D201E284A6B3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03" creationId="{4DECDD7C-D789-BB4C-F45A-F972B20BD20D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04" creationId="{07F5D7D7-F490-230A-2E96-F1B77D1D4F06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05" creationId="{34B5676B-64BF-735E-90B7-BC44D24BF11D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06" creationId="{84559750-12B3-31B4-632F-4A53E3A775E1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07" creationId="{EA46B13E-0F7A-0FCB-7055-7723B86C99A0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08" creationId="{63E45E06-1C2F-7015-9A5A-B80A951074C9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09" creationId="{4B5524CB-DDE6-99D4-4570-F82B46439ED1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10" creationId="{F7448AF1-E5D2-9F00-B901-62524FB555E5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11" creationId="{0661DA3B-0207-156F-E684-A383CE5F68DA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12" creationId="{7E7FACEB-D63C-3DEC-77C1-0BB9DE72844C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13" creationId="{C63967A1-7A91-5A48-CF4C-5A04C5B9A6D8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14" creationId="{3CB5D480-EDDE-3D3A-891F-27AE1C8381F3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15" creationId="{AB193E4E-C65E-6E40-8A9A-B80007B563FC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16" creationId="{C86B26D1-2895-0D18-9A49-CA64F2A5D64B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17" creationId="{8887A2B9-7D40-BDD0-F5E8-FFBCFD97C93C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18" creationId="{0FB25962-718F-5920-6F1E-4BC19347E647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19" creationId="{9E835F60-DF1D-89B0-2DCB-3E9C4AC83335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20" creationId="{132769D8-07A2-31FF-99BD-C5AF5A1ACF54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21" creationId="{7A9E1464-2A48-4004-DA60-6FC266ACEB20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22" creationId="{BDBA80EC-DEAB-1FC5-F535-BBEE8CB3BC72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23" creationId="{1ECDD0F4-1C52-00A7-F71F-0C540E0AC068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24" creationId="{81471D5C-C4FC-72CB-FE0D-66CEB3E2FEB9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25" creationId="{5B37E0E3-AD42-87C0-4AE6-563F62D869BD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26" creationId="{46AC0007-9B08-B934-850D-1A9FBA5B2310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27" creationId="{41245D95-9A1A-F6F9-590C-5968883401C9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28" creationId="{318AFC4F-26A6-C0DD-0AB6-A84611538A7B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29" creationId="{09F35098-6852-A533-3E85-9D123CE2C691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30" creationId="{AA616B41-1941-C18A-90B3-C2659A63E4D5}"/>
          </ac:spMkLst>
        </pc:spChg>
        <pc:spChg chg="mod">
          <ac:chgData name="Terence Yang(楊金晶_PSZ)" userId="04050711-1c2b-4376-8c27-98d2e13849ce" providerId="ADAL" clId="{9F3395C2-1C42-496B-8D8D-0B0886CB10DC}" dt="2023-06-15T04:52:46.605" v="707"/>
          <ac:spMkLst>
            <pc:docMk/>
            <pc:sldMk cId="320261783" sldId="638"/>
            <ac:spMk id="131" creationId="{A4C98C15-A1AA-B9B3-4937-21DE5413DFB7}"/>
          </ac:spMkLst>
        </pc:spChg>
        <pc:spChg chg="mod">
          <ac:chgData name="Terence Yang(楊金晶_PSZ)" userId="04050711-1c2b-4376-8c27-98d2e13849ce" providerId="ADAL" clId="{9F3395C2-1C42-496B-8D8D-0B0886CB10DC}" dt="2023-06-15T04:54:02.131" v="717"/>
          <ac:spMkLst>
            <pc:docMk/>
            <pc:sldMk cId="320261783" sldId="638"/>
            <ac:spMk id="134" creationId="{4FBEDE5C-BD57-016A-4737-B0BAF8AE04BF}"/>
          </ac:spMkLst>
        </pc:spChg>
        <pc:spChg chg="mod">
          <ac:chgData name="Terence Yang(楊金晶_PSZ)" userId="04050711-1c2b-4376-8c27-98d2e13849ce" providerId="ADAL" clId="{9F3395C2-1C42-496B-8D8D-0B0886CB10DC}" dt="2023-06-15T04:54:02.131" v="717"/>
          <ac:spMkLst>
            <pc:docMk/>
            <pc:sldMk cId="320261783" sldId="638"/>
            <ac:spMk id="135" creationId="{56133079-7C3B-1AF4-D897-69A89C0B0DF4}"/>
          </ac:spMkLst>
        </pc:spChg>
        <pc:spChg chg="mod">
          <ac:chgData name="Terence Yang(楊金晶_PSZ)" userId="04050711-1c2b-4376-8c27-98d2e13849ce" providerId="ADAL" clId="{9F3395C2-1C42-496B-8D8D-0B0886CB10DC}" dt="2023-06-15T04:54:02.131" v="717"/>
          <ac:spMkLst>
            <pc:docMk/>
            <pc:sldMk cId="320261783" sldId="638"/>
            <ac:spMk id="136" creationId="{2ED47EB2-C516-81ED-C96F-801442756F45}"/>
          </ac:spMkLst>
        </pc:spChg>
        <pc:spChg chg="mod">
          <ac:chgData name="Terence Yang(楊金晶_PSZ)" userId="04050711-1c2b-4376-8c27-98d2e13849ce" providerId="ADAL" clId="{9F3395C2-1C42-496B-8D8D-0B0886CB10DC}" dt="2023-06-15T04:54:02.131" v="717"/>
          <ac:spMkLst>
            <pc:docMk/>
            <pc:sldMk cId="320261783" sldId="638"/>
            <ac:spMk id="137" creationId="{F70A2F07-CCE3-B251-14DA-9C19B51947CA}"/>
          </ac:spMkLst>
        </pc:spChg>
        <pc:spChg chg="mod">
          <ac:chgData name="Terence Yang(楊金晶_PSZ)" userId="04050711-1c2b-4376-8c27-98d2e13849ce" providerId="ADAL" clId="{9F3395C2-1C42-496B-8D8D-0B0886CB10DC}" dt="2023-06-15T04:54:02.131" v="717"/>
          <ac:spMkLst>
            <pc:docMk/>
            <pc:sldMk cId="320261783" sldId="638"/>
            <ac:spMk id="138" creationId="{56004374-951A-688F-D68D-887E3F07CF59}"/>
          </ac:spMkLst>
        </pc:spChg>
        <pc:spChg chg="mod">
          <ac:chgData name="Terence Yang(楊金晶_PSZ)" userId="04050711-1c2b-4376-8c27-98d2e13849ce" providerId="ADAL" clId="{9F3395C2-1C42-496B-8D8D-0B0886CB10DC}" dt="2023-06-15T04:54:02.131" v="717"/>
          <ac:spMkLst>
            <pc:docMk/>
            <pc:sldMk cId="320261783" sldId="638"/>
            <ac:spMk id="139" creationId="{26EABD16-2629-2296-D54B-C3449133706D}"/>
          </ac:spMkLst>
        </pc:spChg>
        <pc:spChg chg="mod">
          <ac:chgData name="Terence Yang(楊金晶_PSZ)" userId="04050711-1c2b-4376-8c27-98d2e13849ce" providerId="ADAL" clId="{9F3395C2-1C42-496B-8D8D-0B0886CB10DC}" dt="2023-06-15T04:54:02.131" v="717"/>
          <ac:spMkLst>
            <pc:docMk/>
            <pc:sldMk cId="320261783" sldId="638"/>
            <ac:spMk id="140" creationId="{02D130C4-701D-29F7-185C-C0E2ECB20F07}"/>
          </ac:spMkLst>
        </pc:spChg>
        <pc:spChg chg="mod">
          <ac:chgData name="Terence Yang(楊金晶_PSZ)" userId="04050711-1c2b-4376-8c27-98d2e13849ce" providerId="ADAL" clId="{9F3395C2-1C42-496B-8D8D-0B0886CB10DC}" dt="2023-06-15T04:54:02.131" v="717"/>
          <ac:spMkLst>
            <pc:docMk/>
            <pc:sldMk cId="320261783" sldId="638"/>
            <ac:spMk id="141" creationId="{FA4A4A1C-2A07-2895-D5A7-CCBBC917B41C}"/>
          </ac:spMkLst>
        </pc:spChg>
        <pc:spChg chg="add mod">
          <ac:chgData name="Terence Yang(楊金晶_PSZ)" userId="04050711-1c2b-4376-8c27-98d2e13849ce" providerId="ADAL" clId="{9F3395C2-1C42-496B-8D8D-0B0886CB10DC}" dt="2023-06-15T05:10:18.584" v="819" actId="20577"/>
          <ac:spMkLst>
            <pc:docMk/>
            <pc:sldMk cId="320261783" sldId="638"/>
            <ac:spMk id="142" creationId="{597C423F-26E4-E32A-ECE8-B31661F5E1A7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43" creationId="{88A6D801-65A9-F21F-F9F1-3D71DFFB6EE3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44" creationId="{6FFCC0A8-5ED9-408E-DC6D-135129B46B00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45" creationId="{46BC103A-16E9-B628-2765-7C637E2F9499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46" creationId="{C5BD9D8E-3793-E747-E14E-D6ACD7D497E8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47" creationId="{29A979A7-1C4E-31FB-2B3D-2FE8C7AABFF3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48" creationId="{0C307FCA-8333-6F20-1F2A-55CA5E0D8731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49" creationId="{4E430136-A732-EAFC-0674-690D3C8D2933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50" creationId="{8B0FDA0C-F759-F7C8-C212-63333118BF38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51" creationId="{3A063BEF-8B47-C9E2-917A-60D75792F96C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52" creationId="{308043E2-38C3-D550-4356-4897B2B15E62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53" creationId="{419BACFE-8D2C-0060-0CA6-75EEB96C2371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54" creationId="{F43D9D4E-F800-E4AD-11CF-C07B26D551F9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55" creationId="{DDE1CF8C-ACA5-C8C6-57BF-B5093EFD5129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56" creationId="{CA776C16-8C64-DF96-AAAD-926611FFBA64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57" creationId="{D5503CDD-7CD3-B71B-DEBA-EE8ABAA42C46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58" creationId="{2C837629-1448-875B-6C27-A76E2D1F6443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67" creationId="{8C367702-61EF-CE70-462A-5AEA7E0D33AE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68" creationId="{1B834201-FEED-810F-EC44-708D19A5DA13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69" creationId="{3C0E219E-4D07-D62B-33E2-557DFD3AA597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70" creationId="{59B88D27-73FA-CFB1-AD93-1753228BCA80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71" creationId="{7D1F1280-B826-F548-F12A-6B3A3C012DE4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72" creationId="{AD450075-5CC9-9956-D0C5-39EAC82522A1}"/>
          </ac:spMkLst>
        </pc:spChg>
        <pc:spChg chg="add del mod">
          <ac:chgData name="Terence Yang(楊金晶_PSZ)" userId="04050711-1c2b-4376-8c27-98d2e13849ce" providerId="ADAL" clId="{9F3395C2-1C42-496B-8D8D-0B0886CB10DC}" dt="2023-06-15T04:58:43.642" v="806"/>
          <ac:spMkLst>
            <pc:docMk/>
            <pc:sldMk cId="320261783" sldId="638"/>
            <ac:spMk id="173" creationId="{A661CC6B-7448-05A0-F2F6-7848A50EAF50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75" creationId="{7831FE2D-3631-EF8F-32DD-78B08C75E1B7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76" creationId="{BA6E5759-954D-2B99-C104-8A265F521DCA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78" creationId="{50139A11-D6A3-7EC2-2784-C9766F476821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79" creationId="{87091161-6A1A-E4DB-892F-EE8A56E1474B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80" creationId="{BA9E99F4-E839-2069-ECD5-BF35BDAD63EA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81" creationId="{404A5992-BDE8-D1E3-FEDA-1811504BF8DB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82" creationId="{F64480FB-F43E-C7F8-340C-8F8112CCF051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83" creationId="{74FF4511-ED3B-A99B-5A0D-D5402878AD3A}"/>
          </ac:spMkLst>
        </pc:spChg>
        <pc:spChg chg="add del mod">
          <ac:chgData name="Terence Yang(楊金晶_PSZ)" userId="04050711-1c2b-4376-8c27-98d2e13849ce" providerId="ADAL" clId="{9F3395C2-1C42-496B-8D8D-0B0886CB10DC}" dt="2023-06-15T06:00:36.081" v="847"/>
          <ac:spMkLst>
            <pc:docMk/>
            <pc:sldMk cId="320261783" sldId="638"/>
            <ac:spMk id="184" creationId="{E3BEE953-F3F0-676B-F764-0F1DFBC49989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86" creationId="{9CF7FA58-4747-28CE-FAC6-077487C112DA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87" creationId="{34491D35-C34E-9339-48C2-25D941FACF92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88" creationId="{08ABF504-70A0-05DC-24A0-B746BAB83D91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89" creationId="{0BE7F28D-BC11-3018-14CF-789F4B9559D6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90" creationId="{34751D0C-0931-4771-4DE9-605D9EEEC470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91" creationId="{C3E6715D-70D8-012C-5DF5-F1A0FFE1F573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92" creationId="{87060E33-A584-AB15-7FE2-B8C47B3826F3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93" creationId="{CA364A3E-5F06-FADD-0BB2-73F79B0BAAD8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94" creationId="{14124BAE-BAA3-5C83-E68F-1923DF0CD23D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95" creationId="{23C4E00C-D4B1-52A3-1733-865D5B25A6BE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96" creationId="{2B599D98-3C2D-1D03-5C93-3B2DAE5892F5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97" creationId="{6FA100B7-4ADB-CD89-490A-0FF2E5BFC106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98" creationId="{BAC392DA-2876-DACF-36C4-16CC9E2F6DB9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199" creationId="{A676026A-D763-9BED-4146-BF24D445D746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200" creationId="{B8988334-6E16-A90B-082C-2EF63F760B35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201" creationId="{FB5D9B0F-8938-1B4C-AB61-0ADD2D535A33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202" creationId="{A6E7A3E2-AD92-EEC9-FE95-5C590387EA86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203" creationId="{018E3546-41C9-C087-75D7-FB17C2B78467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204" creationId="{BBFE66F2-F1AA-A71A-A80C-EDF746D48426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205" creationId="{E573711B-BC45-F4CB-25F5-0DAC6E31B6A3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206" creationId="{CEEC2373-6663-4422-304A-4833C59B0543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207" creationId="{D2D410F4-9B4E-D081-3266-4F00E8E27E47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208" creationId="{CC38312C-621B-7DED-10D3-1265EE7B5FD8}"/>
          </ac:spMkLst>
        </pc:spChg>
        <pc:spChg chg="mod">
          <ac:chgData name="Terence Yang(楊金晶_PSZ)" userId="04050711-1c2b-4376-8c27-98d2e13849ce" providerId="ADAL" clId="{9F3395C2-1C42-496B-8D8D-0B0886CB10DC}" dt="2023-06-15T06:00:26.188" v="843"/>
          <ac:spMkLst>
            <pc:docMk/>
            <pc:sldMk cId="320261783" sldId="638"/>
            <ac:spMk id="209" creationId="{E38DF06F-BC11-5E6B-2637-515671BBFB12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13" creationId="{8F8313B5-5580-3E8B-0F28-EC84357CF2D5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15" creationId="{72240A71-3BAA-18C1-B382-7252C7D80377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16" creationId="{8C14EB85-69A1-B43F-3B8E-1230BC246C4C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17" creationId="{4119DBCF-B5E1-FD27-D630-A470661DCAFF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18" creationId="{469D9417-9A58-D5A6-4840-519C862B6E63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19" creationId="{22399594-10E8-58A1-6F22-94F16CA9274B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20" creationId="{ADD2FE2B-0D14-AF9F-BC59-21B5AD4C2CA5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21" creationId="{6BDD757F-9CDF-EE24-FC3C-A33236290950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22" creationId="{B715B90E-E5FA-301F-6808-7ABC502C20F3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23" creationId="{99DB7B83-F8FF-3127-847B-99CD11C388C1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24" creationId="{DA33DEA3-DAB7-F40E-A68A-63796B5F1399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25" creationId="{FE1EC3D7-D9AB-35E9-FC1D-D29CB7DCEEF2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26" creationId="{D6E2FFF1-CBA9-919A-4970-54B00AF8E533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27" creationId="{B3A8AB4F-18BA-64BB-DC2C-CE5869C9CFCC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28" creationId="{2F1EE989-C5F0-7B02-83A7-F94EA3C96180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29" creationId="{A0415919-197B-3813-9A49-1B2234BBCF7A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30" creationId="{18CAF799-E106-57E7-5C91-26158A769BC5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31" creationId="{4DE3ADC9-1237-2AE9-609C-A8F20B8E628D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32" creationId="{0DA2F0A4-45BE-C1E5-DF25-F5788B45EB81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33" creationId="{9CA92D16-F669-27A8-3828-16BD7E034AC1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34" creationId="{B8EFE0FE-3B42-E0C6-C9E9-56E10D0A7BDA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35" creationId="{B848DA6A-347D-BD71-712A-F4E3D7F40E72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36" creationId="{E58ECF1A-C116-C6BF-C7FB-95771E94F28A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37" creationId="{01B49515-BA05-E999-0209-134B8F999C7D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38" creationId="{3A2015B7-E835-302E-05B2-526561DF38B5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39" creationId="{362C3D07-4632-FCC5-594F-64C7CF53B36F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40" creationId="{CEBE8EF0-CC83-584A-4817-9D2DF92FF07F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41" creationId="{66EBF948-07A3-CABA-EFE8-DF6CAF6A8F68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42" creationId="{7109C041-B062-ABF6-CF69-21FB27BC7702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43" creationId="{D50B855C-18C5-4014-279B-6178C32A473E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44" creationId="{378C8BEB-F1EA-0096-9C92-F202843B1BF5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45" creationId="{2FBD0300-3B4D-93DA-BD8A-531C4EFDCEF9}"/>
          </ac:spMkLst>
        </pc:spChg>
        <pc:spChg chg="mod">
          <ac:chgData name="Terence Yang(楊金晶_PSZ)" userId="04050711-1c2b-4376-8c27-98d2e13849ce" providerId="ADAL" clId="{9F3395C2-1C42-496B-8D8D-0B0886CB10DC}" dt="2023-06-15T06:00:45.520" v="850"/>
          <ac:spMkLst>
            <pc:docMk/>
            <pc:sldMk cId="320261783" sldId="638"/>
            <ac:spMk id="246" creationId="{FC5E206F-1E55-D37A-042C-B217A3B18AE1}"/>
          </ac:spMkLst>
        </pc:spChg>
        <pc:grpChg chg="add del mod ord">
          <ac:chgData name="Terence Yang(楊金晶_PSZ)" userId="04050711-1c2b-4376-8c27-98d2e13849ce" providerId="ADAL" clId="{9F3395C2-1C42-496B-8D8D-0B0886CB10DC}" dt="2023-06-15T05:59:46.458" v="838" actId="478"/>
          <ac:grpSpMkLst>
            <pc:docMk/>
            <pc:sldMk cId="320261783" sldId="638"/>
            <ac:grpSpMk id="4" creationId="{049D1C57-E9A0-17D7-651E-73092D173042}"/>
          </ac:grpSpMkLst>
        </pc:grpChg>
        <pc:grpChg chg="mod">
          <ac:chgData name="Terence Yang(楊金晶_PSZ)" userId="04050711-1c2b-4376-8c27-98d2e13849ce" providerId="ADAL" clId="{9F3395C2-1C42-496B-8D8D-0B0886CB10DC}" dt="2023-06-15T04:52:30.334" v="705"/>
          <ac:grpSpMkLst>
            <pc:docMk/>
            <pc:sldMk cId="320261783" sldId="638"/>
            <ac:grpSpMk id="7" creationId="{6E1DAC63-71B6-02C2-A275-641CE50BA117}"/>
          </ac:grpSpMkLst>
        </pc:grpChg>
        <pc:grpChg chg="mod">
          <ac:chgData name="Terence Yang(楊金晶_PSZ)" userId="04050711-1c2b-4376-8c27-98d2e13849ce" providerId="ADAL" clId="{9F3395C2-1C42-496B-8D8D-0B0886CB10DC}" dt="2023-06-15T04:52:30.334" v="705"/>
          <ac:grpSpMkLst>
            <pc:docMk/>
            <pc:sldMk cId="320261783" sldId="638"/>
            <ac:grpSpMk id="8" creationId="{4E32C561-5B76-26CB-F055-12CF9A094A0F}"/>
          </ac:grpSpMkLst>
        </pc:grpChg>
        <pc:grpChg chg="add del mod">
          <ac:chgData name="Terence Yang(楊金晶_PSZ)" userId="04050711-1c2b-4376-8c27-98d2e13849ce" providerId="ADAL" clId="{9F3395C2-1C42-496B-8D8D-0B0886CB10DC}" dt="2023-06-15T04:57:27.903" v="800" actId="339"/>
          <ac:grpSpMkLst>
            <pc:docMk/>
            <pc:sldMk cId="320261783" sldId="638"/>
            <ac:grpSpMk id="39" creationId="{6B381561-62DC-6A13-7DBF-514B9DA15A79}"/>
          </ac:grpSpMkLst>
        </pc:grpChg>
        <pc:grpChg chg="mod">
          <ac:chgData name="Terence Yang(楊金晶_PSZ)" userId="04050711-1c2b-4376-8c27-98d2e13849ce" providerId="ADAL" clId="{9F3395C2-1C42-496B-8D8D-0B0886CB10DC}" dt="2023-06-15T04:52:38.188" v="706"/>
          <ac:grpSpMkLst>
            <pc:docMk/>
            <pc:sldMk cId="320261783" sldId="638"/>
            <ac:grpSpMk id="53" creationId="{E5C24108-A76B-9288-7F86-801E7F202D7D}"/>
          </ac:grpSpMkLst>
        </pc:grpChg>
        <pc:grpChg chg="add del mod ord">
          <ac:chgData name="Terence Yang(楊金晶_PSZ)" userId="04050711-1c2b-4376-8c27-98d2e13849ce" providerId="ADAL" clId="{9F3395C2-1C42-496B-8D8D-0B0886CB10DC}" dt="2023-06-15T04:57:27.903" v="800" actId="339"/>
          <ac:grpSpMkLst>
            <pc:docMk/>
            <pc:sldMk cId="320261783" sldId="638"/>
            <ac:grpSpMk id="87" creationId="{F12EF903-C7D3-C32F-7EDB-BB90D1232A6F}"/>
          </ac:grpSpMkLst>
        </pc:grpChg>
        <pc:grpChg chg="mod">
          <ac:chgData name="Terence Yang(楊金晶_PSZ)" userId="04050711-1c2b-4376-8c27-98d2e13849ce" providerId="ADAL" clId="{9F3395C2-1C42-496B-8D8D-0B0886CB10DC}" dt="2023-06-15T04:52:46.605" v="707"/>
          <ac:grpSpMkLst>
            <pc:docMk/>
            <pc:sldMk cId="320261783" sldId="638"/>
            <ac:grpSpMk id="98" creationId="{79AEF2CC-9BB5-9C26-3AD8-E5691E0C4C78}"/>
          </ac:grpSpMkLst>
        </pc:grpChg>
        <pc:grpChg chg="add del mod ord">
          <ac:chgData name="Terence Yang(楊金晶_PSZ)" userId="04050711-1c2b-4376-8c27-98d2e13849ce" providerId="ADAL" clId="{9F3395C2-1C42-496B-8D8D-0B0886CB10DC}" dt="2023-06-15T04:57:27.903" v="800" actId="339"/>
          <ac:grpSpMkLst>
            <pc:docMk/>
            <pc:sldMk cId="320261783" sldId="638"/>
            <ac:grpSpMk id="132" creationId="{C51EA77A-D392-EBCC-79F3-54CDC352E7B7}"/>
          </ac:grpSpMkLst>
        </pc:grpChg>
        <pc:grpChg chg="mod">
          <ac:chgData name="Terence Yang(楊金晶_PSZ)" userId="04050711-1c2b-4376-8c27-98d2e13849ce" providerId="ADAL" clId="{9F3395C2-1C42-496B-8D8D-0B0886CB10DC}" dt="2023-06-15T04:54:02.131" v="717"/>
          <ac:grpSpMkLst>
            <pc:docMk/>
            <pc:sldMk cId="320261783" sldId="638"/>
            <ac:grpSpMk id="133" creationId="{F1FE75D2-4EF3-5715-4F7E-6789D430CB68}"/>
          </ac:grpSpMkLst>
        </pc:grpChg>
        <pc:grpChg chg="add del mod">
          <ac:chgData name="Terence Yang(楊金晶_PSZ)" userId="04050711-1c2b-4376-8c27-98d2e13849ce" providerId="ADAL" clId="{9F3395C2-1C42-496B-8D8D-0B0886CB10DC}" dt="2023-06-15T06:00:36.081" v="847"/>
          <ac:grpSpMkLst>
            <pc:docMk/>
            <pc:sldMk cId="320261783" sldId="638"/>
            <ac:grpSpMk id="174" creationId="{6171CF35-9D28-F6E1-9EEF-7A3CE4EA135E}"/>
          </ac:grpSpMkLst>
        </pc:grpChg>
        <pc:grpChg chg="add del mod">
          <ac:chgData name="Terence Yang(楊金晶_PSZ)" userId="04050711-1c2b-4376-8c27-98d2e13849ce" providerId="ADAL" clId="{9F3395C2-1C42-496B-8D8D-0B0886CB10DC}" dt="2023-06-15T06:00:36.081" v="847"/>
          <ac:grpSpMkLst>
            <pc:docMk/>
            <pc:sldMk cId="320261783" sldId="638"/>
            <ac:grpSpMk id="177" creationId="{7B9CC983-4174-DF13-F6E4-A27694C84AAE}"/>
          </ac:grpSpMkLst>
        </pc:grpChg>
        <pc:grpChg chg="add del mod">
          <ac:chgData name="Terence Yang(楊金晶_PSZ)" userId="04050711-1c2b-4376-8c27-98d2e13849ce" providerId="ADAL" clId="{9F3395C2-1C42-496B-8D8D-0B0886CB10DC}" dt="2023-06-15T06:00:36.081" v="847"/>
          <ac:grpSpMkLst>
            <pc:docMk/>
            <pc:sldMk cId="320261783" sldId="638"/>
            <ac:grpSpMk id="185" creationId="{E15DB754-E9AA-0ED7-7E92-5A2E8EC37B8A}"/>
          </ac:grpSpMkLst>
        </pc:grpChg>
        <pc:grpChg chg="add del mod">
          <ac:chgData name="Terence Yang(楊金晶_PSZ)" userId="04050711-1c2b-4376-8c27-98d2e13849ce" providerId="ADAL" clId="{9F3395C2-1C42-496B-8D8D-0B0886CB10DC}" dt="2023-06-15T06:01:07.768" v="859" actId="21"/>
          <ac:grpSpMkLst>
            <pc:docMk/>
            <pc:sldMk cId="320261783" sldId="638"/>
            <ac:grpSpMk id="210" creationId="{69F2FE92-70E6-E137-0B83-6EFF0D4B7C16}"/>
          </ac:grpSpMkLst>
        </pc:grpChg>
        <pc:grpChg chg="mod">
          <ac:chgData name="Terence Yang(楊金晶_PSZ)" userId="04050711-1c2b-4376-8c27-98d2e13849ce" providerId="ADAL" clId="{9F3395C2-1C42-496B-8D8D-0B0886CB10DC}" dt="2023-06-15T06:00:45.520" v="850"/>
          <ac:grpSpMkLst>
            <pc:docMk/>
            <pc:sldMk cId="320261783" sldId="638"/>
            <ac:grpSpMk id="211" creationId="{DE35810F-0BBA-E3D7-A09B-5E7EC34725BE}"/>
          </ac:grpSpMkLst>
        </pc:grpChg>
        <pc:grpChg chg="mod">
          <ac:chgData name="Terence Yang(楊金晶_PSZ)" userId="04050711-1c2b-4376-8c27-98d2e13849ce" providerId="ADAL" clId="{9F3395C2-1C42-496B-8D8D-0B0886CB10DC}" dt="2023-06-15T06:00:45.520" v="850"/>
          <ac:grpSpMkLst>
            <pc:docMk/>
            <pc:sldMk cId="320261783" sldId="638"/>
            <ac:grpSpMk id="212" creationId="{E5366CCE-9ECF-F6A0-2647-ED5443982200}"/>
          </ac:grpSpMkLst>
        </pc:grpChg>
        <pc:grpChg chg="mod">
          <ac:chgData name="Terence Yang(楊金晶_PSZ)" userId="04050711-1c2b-4376-8c27-98d2e13849ce" providerId="ADAL" clId="{9F3395C2-1C42-496B-8D8D-0B0886CB10DC}" dt="2023-06-15T06:00:45.520" v="850"/>
          <ac:grpSpMkLst>
            <pc:docMk/>
            <pc:sldMk cId="320261783" sldId="638"/>
            <ac:grpSpMk id="214" creationId="{8E471351-3719-F84B-3219-58F5F47AFE9A}"/>
          </ac:grpSpMkLst>
        </pc:grpChg>
        <pc:picChg chg="add del mod">
          <ac:chgData name="Terence Yang(楊金晶_PSZ)" userId="04050711-1c2b-4376-8c27-98d2e13849ce" providerId="ADAL" clId="{9F3395C2-1C42-496B-8D8D-0B0886CB10DC}" dt="2023-06-15T04:58:43.642" v="806"/>
          <ac:picMkLst>
            <pc:docMk/>
            <pc:sldMk cId="320261783" sldId="638"/>
            <ac:picMk id="164" creationId="{9465DA4D-109E-0405-F930-0390F1651A01}"/>
          </ac:picMkLst>
        </pc:picChg>
        <pc:picChg chg="add del mod">
          <ac:chgData name="Terence Yang(楊金晶_PSZ)" userId="04050711-1c2b-4376-8c27-98d2e13849ce" providerId="ADAL" clId="{9F3395C2-1C42-496B-8D8D-0B0886CB10DC}" dt="2023-06-15T04:58:43.642" v="806"/>
          <ac:picMkLst>
            <pc:docMk/>
            <pc:sldMk cId="320261783" sldId="638"/>
            <ac:picMk id="165" creationId="{0F59EC98-0DA4-8D95-687B-ACA4D515D4A5}"/>
          </ac:picMkLst>
        </pc:picChg>
        <pc:picChg chg="add del mod">
          <ac:chgData name="Terence Yang(楊金晶_PSZ)" userId="04050711-1c2b-4376-8c27-98d2e13849ce" providerId="ADAL" clId="{9F3395C2-1C42-496B-8D8D-0B0886CB10DC}" dt="2023-06-15T04:58:43.642" v="806"/>
          <ac:picMkLst>
            <pc:docMk/>
            <pc:sldMk cId="320261783" sldId="638"/>
            <ac:picMk id="166" creationId="{5DB63B30-F82B-6CFA-22FE-0DE086A36919}"/>
          </ac:picMkLst>
        </pc:picChg>
        <pc:cxnChg chg="add del mod">
          <ac:chgData name="Terence Yang(楊金晶_PSZ)" userId="04050711-1c2b-4376-8c27-98d2e13849ce" providerId="ADAL" clId="{9F3395C2-1C42-496B-8D8D-0B0886CB10DC}" dt="2023-06-15T04:58:43.642" v="806"/>
          <ac:cxnSpMkLst>
            <pc:docMk/>
            <pc:sldMk cId="320261783" sldId="638"/>
            <ac:cxnSpMk id="159" creationId="{FE0EC626-84C9-7E6C-0679-76423A418786}"/>
          </ac:cxnSpMkLst>
        </pc:cxnChg>
        <pc:cxnChg chg="add del mod">
          <ac:chgData name="Terence Yang(楊金晶_PSZ)" userId="04050711-1c2b-4376-8c27-98d2e13849ce" providerId="ADAL" clId="{9F3395C2-1C42-496B-8D8D-0B0886CB10DC}" dt="2023-06-15T04:58:43.642" v="806"/>
          <ac:cxnSpMkLst>
            <pc:docMk/>
            <pc:sldMk cId="320261783" sldId="638"/>
            <ac:cxnSpMk id="160" creationId="{A5597001-0544-18CD-3E1C-7A62C9F278D0}"/>
          </ac:cxnSpMkLst>
        </pc:cxnChg>
        <pc:cxnChg chg="add del mod">
          <ac:chgData name="Terence Yang(楊金晶_PSZ)" userId="04050711-1c2b-4376-8c27-98d2e13849ce" providerId="ADAL" clId="{9F3395C2-1C42-496B-8D8D-0B0886CB10DC}" dt="2023-06-15T04:58:43.642" v="806"/>
          <ac:cxnSpMkLst>
            <pc:docMk/>
            <pc:sldMk cId="320261783" sldId="638"/>
            <ac:cxnSpMk id="161" creationId="{9176A0A3-E6E9-4580-E6F6-864F0C88CCE9}"/>
          </ac:cxnSpMkLst>
        </pc:cxnChg>
        <pc:cxnChg chg="add del mod">
          <ac:chgData name="Terence Yang(楊金晶_PSZ)" userId="04050711-1c2b-4376-8c27-98d2e13849ce" providerId="ADAL" clId="{9F3395C2-1C42-496B-8D8D-0B0886CB10DC}" dt="2023-06-15T04:58:43.642" v="806"/>
          <ac:cxnSpMkLst>
            <pc:docMk/>
            <pc:sldMk cId="320261783" sldId="638"/>
            <ac:cxnSpMk id="162" creationId="{FF329588-86C8-EE8A-65B6-4A92481646FC}"/>
          </ac:cxnSpMkLst>
        </pc:cxnChg>
        <pc:cxnChg chg="add del mod">
          <ac:chgData name="Terence Yang(楊金晶_PSZ)" userId="04050711-1c2b-4376-8c27-98d2e13849ce" providerId="ADAL" clId="{9F3395C2-1C42-496B-8D8D-0B0886CB10DC}" dt="2023-06-15T04:58:43.642" v="806"/>
          <ac:cxnSpMkLst>
            <pc:docMk/>
            <pc:sldMk cId="320261783" sldId="638"/>
            <ac:cxnSpMk id="163" creationId="{74107100-951D-E55E-2C82-D4E9DA4C2935}"/>
          </ac:cxnSpMkLst>
        </pc:cxnChg>
        <pc:cxnChg chg="add mod">
          <ac:chgData name="Terence Yang(楊金晶_PSZ)" userId="04050711-1c2b-4376-8c27-98d2e13849ce" providerId="ADAL" clId="{9F3395C2-1C42-496B-8D8D-0B0886CB10DC}" dt="2023-06-15T06:01:03.660" v="857" actId="1076"/>
          <ac:cxnSpMkLst>
            <pc:docMk/>
            <pc:sldMk cId="320261783" sldId="638"/>
            <ac:cxnSpMk id="248" creationId="{2B23F113-1D1D-909E-3211-67B3E1EE73C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B4DFD-6C2D-4E95-AAA9-2C2E6B7AA314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505C0-BA5E-47DF-B895-639637FCEC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505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3D0F48-50C0-CDBB-4CE1-FB96DB8E0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7AB2C97-6B19-3DAD-8D2B-D3262AE9B0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8C8A4B-F7BA-47A4-4157-4772E4EA8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4F25-D8E4-4E9F-9F19-67B9A8115932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FFAFBE-C110-5DF2-EF99-5D779B5B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7A8C9F-9794-7345-C673-4A61736C2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98B0D-32B0-4902-9C15-AE8D4EDFC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03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F3E935-6B57-9006-DE24-FEFFBC0FC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8A47F5-E3F1-0418-ACAB-6EF5996D7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8D11A9-7BB7-947A-1B8D-18EFD212E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4F25-D8E4-4E9F-9F19-67B9A8115932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987BFA-E50D-8E18-4173-F95B104E8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1FFF8B-95B1-DA0B-80F7-47DEA7FF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98B0D-32B0-4902-9C15-AE8D4EDFC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496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87AC23-3B7B-8882-7E85-D68F365A2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18A1A18-B0F1-8B2C-E2C9-6F166A25B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6BF24F-089A-F4AD-C1F6-E7D3A8DB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4F25-D8E4-4E9F-9F19-67B9A8115932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A54B1C-5F6C-6CA4-947A-2DC2C74A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F49EEE-AB2D-58E2-C4CE-77284CE5B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98B0D-32B0-4902-9C15-AE8D4EDFC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908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11D1F7-D0F3-FADC-24AA-07F046C65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F666F3-2C44-3BDC-AF70-99C078C031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E4643B0-D297-A86D-22F5-E4233380E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A0E925-F7D9-4AE1-6B29-621D9707E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4F25-D8E4-4E9F-9F19-67B9A8115932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575E64-4259-29DF-ED26-3360FBD9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986B3E-F5C7-4256-B570-71AD745DC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98B0D-32B0-4902-9C15-AE8D4EDFC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193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3DE496-60A7-0E07-513A-DB7A34C21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07E0DA4-3CCE-5EB3-00BC-58875C7B3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ACD5319-7F14-06CC-7EEA-DF02DDAC4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006A002-0A65-992F-0767-1EBDFB187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CEFCB4A-9305-5539-1784-CBDD9FC81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04C4F42-3379-0925-CED0-C70CDB77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4F25-D8E4-4E9F-9F19-67B9A8115932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01E3003-6B1F-D104-05D1-4E888E297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D3B42FD-F16A-7B41-FF06-E249B7E17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98B0D-32B0-4902-9C15-AE8D4EDFC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366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25DC6E-20E8-B661-8A90-E88544ECD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C278650-7186-487D-AB93-9525901F5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4F25-D8E4-4E9F-9F19-67B9A8115932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DFA368D-3A51-8C06-6558-F293BFDD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7F5399-C2B0-95CE-A0E7-03567D9A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98B0D-32B0-4902-9C15-AE8D4EDFC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846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86AE421-FAAE-E076-7423-08A29A12F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4F25-D8E4-4E9F-9F19-67B9A8115932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D779739-064D-8565-8948-BB45D9364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CF9DE3-DFCF-F39F-91B1-FF8CC8738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98B0D-32B0-4902-9C15-AE8D4EDFC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463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7B5506-6E5E-AABD-6E40-332E0B7E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6D03C7-5151-90D3-2085-CB9E292F1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6EB7FBE-A64B-1765-2C57-EF433A62B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F1A374B-67A9-F9E5-C3B7-C95DE0A9B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4F25-D8E4-4E9F-9F19-67B9A8115932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269C9CB-B86C-9107-D0A0-2C37052C8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57D378D-4A31-A550-6B54-F47B6E9FE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98B0D-32B0-4902-9C15-AE8D4EDFC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054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6E5EEC-300F-B050-E69B-56ACA3FFF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104F80D-68AC-2A7C-4757-2919E4D1F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97FC4DB-0C85-2BE6-FC2A-376B1924E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2583E5-D0F0-E9A5-BF12-345835B8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4F25-D8E4-4E9F-9F19-67B9A8115932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8671AF-9553-AEFA-493D-79913DBC5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80C8BE2-2417-745A-B1FC-95FF49FFE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98B0D-32B0-4902-9C15-AE8D4EDFC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393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0B10EA-D810-B77B-176B-D28DA1F79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DF3A347-A1E8-A970-133E-9501E79F8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0300C6-9C95-7F02-1A49-DB6EF01F8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4F25-D8E4-4E9F-9F19-67B9A8115932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1C3C4D-5342-B2E4-80A7-EABB8E7E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E7673D-7581-8A89-88BB-BFCED8147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98B0D-32B0-4902-9C15-AE8D4EDFC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37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9A879F4-9D20-A96A-824E-80912D65CE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A745C0D-00BF-6E9C-AB87-0BAED3481A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C271FA-C25E-B794-2F16-52039010C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4F25-D8E4-4E9F-9F19-67B9A8115932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817F2C-F8A5-BCF6-B917-981F85144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EE0769-7075-3706-2BAA-5FC875E4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98B0D-32B0-4902-9C15-AE8D4EDFC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996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B2196C2-624C-CCEC-2903-D1D703A9D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6AA2CD-3561-4DD3-179A-AEEDD347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2A40BE-8B63-BF54-912D-855B3A617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94F25-D8E4-4E9F-9F19-67B9A8115932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C49BF3-C986-25B1-AE5D-C3475BC6C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C45916-5D53-0B6D-F16F-0A8058EE8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98B0D-32B0-4902-9C15-AE8D4EDFC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39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AA82-8A49-F8A6-399B-D61A62ED7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284E3E-7768-E0A7-C8D5-8A3C8CA6D8DB}"/>
              </a:ext>
            </a:extLst>
          </p:cNvPr>
          <p:cNvSpPr/>
          <p:nvPr/>
        </p:nvSpPr>
        <p:spPr>
          <a:xfrm>
            <a:off x="22860" y="3220375"/>
            <a:ext cx="12146280" cy="417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Thanks!</a:t>
            </a:r>
            <a:endParaRPr lang="zh-TW" altLang="en-US" sz="2800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3" name="圖片 2" descr="一張含有 牛, 天空, 動畫卡通, 哺乳動物 的圖片&#10;&#10;AI 產生的內容可能不正確。">
            <a:extLst>
              <a:ext uri="{FF2B5EF4-FFF2-40B4-BE49-F238E27FC236}">
                <a16:creationId xmlns:a16="http://schemas.microsoft.com/office/drawing/2014/main" id="{DA284474-0788-B8F5-370E-CB8904F9A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25400">
              <a:schemeClr val="accent1">
                <a:alpha val="40000"/>
              </a:schemeClr>
            </a:glow>
          </a:effec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D072E40-76C7-DB36-76F2-881486605985}"/>
              </a:ext>
            </a:extLst>
          </p:cNvPr>
          <p:cNvSpPr txBox="1"/>
          <p:nvPr/>
        </p:nvSpPr>
        <p:spPr>
          <a:xfrm>
            <a:off x="5639155" y="1091740"/>
            <a:ext cx="8971280" cy="1569660"/>
          </a:xfrm>
          <a:prstGeom prst="rect">
            <a:avLst/>
          </a:prstGeom>
          <a:noFill/>
          <a:scene3d>
            <a:camera prst="perspectiveHeroicExtremeLeftFacing" fov="0">
              <a:rot lat="1200000" lon="1200000" rev="21000000"/>
            </a:camera>
            <a:lightRig rig="threePt" dir="t"/>
          </a:scene3d>
        </p:spPr>
        <p:txBody>
          <a:bodyPr wrap="square" rtlCol="0">
            <a:spAutoFit/>
            <a:scene3d>
              <a:camera prst="perspectiveRelaxedModerately">
                <a:rot lat="18000000" lon="0" rev="0"/>
              </a:camera>
              <a:lightRig rig="threePt" dir="t"/>
            </a:scene3d>
            <a:sp3d>
              <a:bevelT w="1016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600" b="1" dirty="0">
                <a:solidFill>
                  <a:srgbClr val="0070C0"/>
                </a:solidFill>
                <a:effectLst>
                  <a:glow rad="127000">
                    <a:schemeClr val="accent6">
                      <a:lumMod val="60000"/>
                      <a:lumOff val="40000"/>
                    </a:schemeClr>
                  </a:glow>
                </a:effectLst>
                <a:latin typeface="Trade Gothic Inline" panose="020B0504030203020204" pitchFamily="34" charset="0"/>
                <a:ea typeface="微軟正黑體" panose="020B0604030504040204" pitchFamily="34" charset="-120"/>
              </a:rPr>
              <a:t>数学</a:t>
            </a:r>
            <a:r>
              <a:rPr lang="en-US" altLang="zh-CN" sz="7200" dirty="0">
                <a:solidFill>
                  <a:srgbClr val="0070C0"/>
                </a:solidFill>
                <a:effectLst>
                  <a:glow rad="127000">
                    <a:schemeClr val="accent6">
                      <a:lumMod val="60000"/>
                      <a:lumOff val="40000"/>
                    </a:schemeClr>
                  </a:glow>
                </a:effectLst>
                <a:latin typeface="Trade Gothic Inline" panose="020B0504030203020204" pitchFamily="34" charset="0"/>
                <a:ea typeface="微軟正黑體" panose="020B0604030504040204" pitchFamily="34" charset="-120"/>
              </a:rPr>
              <a:t>---</a:t>
            </a:r>
            <a:r>
              <a:rPr lang="zh-CN" altLang="en-US" sz="7200" dirty="0">
                <a:solidFill>
                  <a:srgbClr val="0070C0"/>
                </a:solidFill>
                <a:effectLst>
                  <a:glow rad="127000">
                    <a:schemeClr val="accent6">
                      <a:lumMod val="60000"/>
                      <a:lumOff val="40000"/>
                    </a:schemeClr>
                  </a:glow>
                </a:effectLst>
                <a:latin typeface="Trade Gothic Inline" panose="020B0504030203020204" pitchFamily="34" charset="0"/>
                <a:ea typeface="微軟正黑體" panose="020B0604030504040204" pitchFamily="34" charset="-120"/>
              </a:rPr>
              <a:t>思维题</a:t>
            </a:r>
            <a:endParaRPr lang="zh-CN" altLang="en-US" sz="9600" dirty="0">
              <a:solidFill>
                <a:srgbClr val="0070C0"/>
              </a:solidFill>
              <a:effectLst>
                <a:glow rad="127000">
                  <a:schemeClr val="accent6">
                    <a:lumMod val="60000"/>
                    <a:lumOff val="40000"/>
                  </a:schemeClr>
                </a:glow>
              </a:effectLst>
              <a:latin typeface="Trade Gothic Inline" panose="020B0504030203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051F24A-1036-E82D-B2FC-8557D7449EC1}"/>
              </a:ext>
            </a:extLst>
          </p:cNvPr>
          <p:cNvSpPr txBox="1"/>
          <p:nvPr/>
        </p:nvSpPr>
        <p:spPr>
          <a:xfrm>
            <a:off x="6998030" y="6285596"/>
            <a:ext cx="2095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rgbClr val="7030A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139700" stA="36000" endPos="84000" dist="88900" dir="5400000" sy="-100000" algn="bl" rotWithShape="0"/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班级：四</a:t>
            </a:r>
            <a:r>
              <a:rPr lang="en-US" altLang="zh-CN" sz="2000" b="1" dirty="0">
                <a:solidFill>
                  <a:srgbClr val="7030A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139700" stA="36000" endPos="84000" dist="88900" dir="5400000" sy="-100000" algn="bl" rotWithShape="0"/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(1)</a:t>
            </a:r>
            <a:r>
              <a:rPr lang="zh-CN" altLang="en-US" sz="2000" b="1" dirty="0">
                <a:solidFill>
                  <a:srgbClr val="7030A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139700" stA="36000" endPos="84000" dist="88900" dir="5400000" sy="-100000" algn="bl" rotWithShape="0"/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班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C1403B7-5BF7-5C9A-5711-F277DA89957F}"/>
              </a:ext>
            </a:extLst>
          </p:cNvPr>
          <p:cNvSpPr txBox="1"/>
          <p:nvPr/>
        </p:nvSpPr>
        <p:spPr>
          <a:xfrm>
            <a:off x="9700425" y="6285596"/>
            <a:ext cx="2095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rgbClr val="7030A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139700" stA="36000" endPos="84000" dist="88900" dir="5400000" sy="-100000" algn="bl" rotWithShape="0"/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分享人：李慕涔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DC2031-6577-BA03-0BDE-17EA3BDA8206}"/>
              </a:ext>
            </a:extLst>
          </p:cNvPr>
          <p:cNvSpPr/>
          <p:nvPr/>
        </p:nvSpPr>
        <p:spPr>
          <a:xfrm>
            <a:off x="630616" y="1876570"/>
            <a:ext cx="629406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unset" dir="t">
                <a:rot lat="0" lon="0" rev="21594000"/>
              </a:lightRig>
            </a:scene3d>
            <a:sp3d extrusionH="57150" prstMaterial="dkEdge">
              <a:bevelT w="152400" h="44450" prst="hardEdge"/>
            </a:sp3d>
          </a:bodyPr>
          <a:lstStyle/>
          <a:p>
            <a:pPr algn="ctr"/>
            <a:r>
              <a:rPr lang="zh-CN" altLang="en-US" sz="5400" b="1" dirty="0">
                <a:ln w="0"/>
                <a:solidFill>
                  <a:schemeClr val="bg1"/>
                </a:solidFill>
                <a:effectLst>
                  <a:glow rad="127000">
                    <a:schemeClr val="accent6">
                      <a:lumMod val="60000"/>
                      <a:lumOff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空瓶和牛奶的计算</a:t>
            </a:r>
            <a:endParaRPr lang="zh-TW" altLang="en-US" sz="5400" b="1" dirty="0">
              <a:ln w="0"/>
              <a:solidFill>
                <a:schemeClr val="bg1"/>
              </a:solidFill>
              <a:effectLst>
                <a:glow rad="127000">
                  <a:schemeClr val="accent6">
                    <a:lumMod val="60000"/>
                    <a:lumOff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98124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DC9A-F6CC-22D6-36C7-C41DDD1F0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9366AC5-811C-EB22-5BB0-94DA0603C635}"/>
              </a:ext>
            </a:extLst>
          </p:cNvPr>
          <p:cNvSpPr/>
          <p:nvPr/>
        </p:nvSpPr>
        <p:spPr>
          <a:xfrm>
            <a:off x="22860" y="3220375"/>
            <a:ext cx="12146280" cy="417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Thanks!</a:t>
            </a:r>
            <a:endParaRPr lang="zh-TW" altLang="en-US" sz="2800" dirty="0">
              <a:solidFill>
                <a:schemeClr val="bg1">
                  <a:lumMod val="6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" name="圖片 12" descr="一張含有 草, 天空, 戶外, 乳品店 的圖片&#10;&#10;AI 產生的內容可能不正確。">
            <a:extLst>
              <a:ext uri="{FF2B5EF4-FFF2-40B4-BE49-F238E27FC236}">
                <a16:creationId xmlns:a16="http://schemas.microsoft.com/office/drawing/2014/main" id="{C5B86716-CA06-ED06-2486-0BC65952A6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0024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A7B0DE87-CC77-5634-3C89-F6327B3DF094}"/>
              </a:ext>
            </a:extLst>
          </p:cNvPr>
          <p:cNvSpPr txBox="1"/>
          <p:nvPr/>
        </p:nvSpPr>
        <p:spPr>
          <a:xfrm>
            <a:off x="0" y="2048530"/>
            <a:ext cx="8067040" cy="3170099"/>
          </a:xfrm>
          <a:prstGeom prst="rect">
            <a:avLst/>
          </a:prstGeom>
          <a:solidFill>
            <a:schemeClr val="bg1">
              <a:alpha val="71000"/>
            </a:schemeClr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40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向一个空瓶子里面倒牛奶，如果先倒进去</a:t>
            </a:r>
            <a:r>
              <a:rPr lang="en-US" altLang="zh-CN" sz="40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CN" altLang="en-US" sz="40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杯牛奶，瓶子和牛奶共重</a:t>
            </a:r>
            <a:r>
              <a:rPr lang="en-US" altLang="zh-CN" sz="40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350</a:t>
            </a:r>
            <a:r>
              <a:rPr lang="zh-CN" altLang="en-US" sz="40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克；如果倒进去</a:t>
            </a:r>
            <a:r>
              <a:rPr lang="en-US" altLang="zh-CN" sz="40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CN" altLang="en-US" sz="40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杯牛奶，瓶子和牛奶共重</a:t>
            </a:r>
            <a:r>
              <a:rPr lang="en-US" altLang="zh-CN" sz="40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450</a:t>
            </a:r>
            <a:r>
              <a:rPr lang="zh-CN" altLang="en-US" sz="4000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克。一杯牛奶和瓶子各多少克？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C43FFFF-7761-EAE4-D8B2-3155FE8EFC38}"/>
              </a:ext>
            </a:extLst>
          </p:cNvPr>
          <p:cNvSpPr txBox="1"/>
          <p:nvPr/>
        </p:nvSpPr>
        <p:spPr>
          <a:xfrm>
            <a:off x="312585" y="225193"/>
            <a:ext cx="3670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5400" b="1" dirty="0">
                <a:solidFill>
                  <a:schemeClr val="accent1"/>
                </a:solidFill>
                <a:latin typeface="Edwardian Script ITC" panose="030303020407070D0804" pitchFamily="66" charset="0"/>
                <a:ea typeface="Yu Gothic UI" panose="020B0500000000000000" pitchFamily="34" charset="-128"/>
              </a:rPr>
              <a:t>经典题目</a:t>
            </a:r>
          </a:p>
        </p:txBody>
      </p:sp>
    </p:spTree>
    <p:extLst>
      <p:ext uri="{BB962C8B-B14F-4D97-AF65-F5344CB8AC3E}">
        <p14:creationId xmlns:p14="http://schemas.microsoft.com/office/powerpoint/2010/main" val="870661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E1803-9428-7DB8-7CEB-34883692A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草, 風車, 戶外, 牛 的圖片&#10;&#10;AI 產生的內容可能不正確。">
            <a:extLst>
              <a:ext uri="{FF2B5EF4-FFF2-40B4-BE49-F238E27FC236}">
                <a16:creationId xmlns:a16="http://schemas.microsoft.com/office/drawing/2014/main" id="{5B80BEA5-8D47-51DF-5FB5-375604AE1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"/>
            <a:ext cx="12192000" cy="685292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572A82B-967F-3689-AEA9-285C8C9914CA}"/>
              </a:ext>
            </a:extLst>
          </p:cNvPr>
          <p:cNvSpPr txBox="1"/>
          <p:nvPr/>
        </p:nvSpPr>
        <p:spPr>
          <a:xfrm>
            <a:off x="0" y="0"/>
            <a:ext cx="12192000" cy="9708170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向一个空瓶子里面倒牛奶，如果先倒进去</a:t>
            </a:r>
            <a:r>
              <a:rPr lang="en-US" altLang="zh-CN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CN" altLang="en-US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杯牛奶，瓶子和牛奶共重</a:t>
            </a:r>
            <a:r>
              <a:rPr lang="en-US" altLang="zh-CN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350</a:t>
            </a:r>
            <a:r>
              <a:rPr lang="zh-CN" altLang="en-US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克；如果倒进去</a:t>
            </a:r>
            <a:r>
              <a:rPr lang="en-US" altLang="zh-CN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CN" altLang="en-US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杯牛奶，瓶子和牛奶共重</a:t>
            </a:r>
            <a:r>
              <a:rPr lang="en-US" altLang="zh-CN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450</a:t>
            </a:r>
            <a:r>
              <a:rPr lang="zh-CN" altLang="en-US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克。一杯牛奶和瓶子各多少克？</a:t>
            </a: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zh-CN" altLang="en-US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FB98F86-3EA0-A271-B1A0-D46D5ECD8BC4}"/>
              </a:ext>
            </a:extLst>
          </p:cNvPr>
          <p:cNvSpPr txBox="1"/>
          <p:nvPr/>
        </p:nvSpPr>
        <p:spPr>
          <a:xfrm>
            <a:off x="312585" y="225193"/>
            <a:ext cx="3670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5400" b="1">
                <a:solidFill>
                  <a:schemeClr val="accent1"/>
                </a:solidFill>
                <a:latin typeface="Edwardian Script ITC" panose="030303020407070D0804" pitchFamily="66" charset="0"/>
                <a:ea typeface="Yu Gothic UI" panose="020B0500000000000000" pitchFamily="34" charset="-128"/>
              </a:rPr>
              <a:t>思路点拨</a:t>
            </a:r>
            <a:endParaRPr lang="zh-CN" altLang="en-US" sz="5400" b="1" dirty="0">
              <a:solidFill>
                <a:schemeClr val="accent1"/>
              </a:solidFill>
              <a:latin typeface="Edwardian Script ITC" panose="030303020407070D0804" pitchFamily="66" charset="0"/>
              <a:ea typeface="Yu Gothic UI" panose="020B0500000000000000" pitchFamily="34" charset="-128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A23416B-25A0-028A-DA09-2B4E60EC00D8}"/>
              </a:ext>
            </a:extLst>
          </p:cNvPr>
          <p:cNvCxnSpPr/>
          <p:nvPr/>
        </p:nvCxnSpPr>
        <p:spPr>
          <a:xfrm>
            <a:off x="6563360" y="1950720"/>
            <a:ext cx="5130800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525A2F9D-B4FC-DACC-073F-BE2186CF6F8A}"/>
              </a:ext>
            </a:extLst>
          </p:cNvPr>
          <p:cNvCxnSpPr>
            <a:cxnSpLocks/>
          </p:cNvCxnSpPr>
          <p:nvPr/>
        </p:nvCxnSpPr>
        <p:spPr>
          <a:xfrm>
            <a:off x="101600" y="2550160"/>
            <a:ext cx="6898640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3590FA8A-FB73-261B-154B-B5BFEA36E430}"/>
              </a:ext>
            </a:extLst>
          </p:cNvPr>
          <p:cNvSpPr/>
          <p:nvPr/>
        </p:nvSpPr>
        <p:spPr>
          <a:xfrm>
            <a:off x="-60960" y="2804163"/>
            <a:ext cx="12283440" cy="1950726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3200" b="1">
                <a:solidFill>
                  <a:schemeClr val="tx1"/>
                </a:solidFill>
              </a:rPr>
              <a:t>第</a:t>
            </a:r>
            <a:r>
              <a:rPr lang="en-US" altLang="zh-CN" sz="3200" b="1">
                <a:solidFill>
                  <a:schemeClr val="tx1"/>
                </a:solidFill>
              </a:rPr>
              <a:t>1</a:t>
            </a:r>
            <a:r>
              <a:rPr lang="zh-CN" altLang="en-US" sz="3200" b="1">
                <a:solidFill>
                  <a:schemeClr val="tx1"/>
                </a:solidFill>
              </a:rPr>
              <a:t>步：关键数据</a:t>
            </a:r>
            <a:r>
              <a:rPr lang="en-US" altLang="zh-CN" sz="3200" b="1">
                <a:solidFill>
                  <a:schemeClr val="tx1"/>
                </a:solidFill>
              </a:rPr>
              <a:t>(</a:t>
            </a:r>
            <a:r>
              <a:rPr lang="zh-CN" altLang="en-US" sz="3200" b="1">
                <a:solidFill>
                  <a:schemeClr val="tx1"/>
                </a:solidFill>
              </a:rPr>
              <a:t>红线文字</a:t>
            </a:r>
            <a:r>
              <a:rPr lang="en-US" altLang="zh-CN" sz="3200" b="1">
                <a:solidFill>
                  <a:schemeClr val="tx1"/>
                </a:solidFill>
              </a:rPr>
              <a:t>)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  <a:ea typeface="Yu Gothic UI" panose="020B0500000000000000" pitchFamily="34" charset="-128"/>
              </a:rPr>
              <a:t>            先算出</a:t>
            </a:r>
            <a:r>
              <a:rPr lang="en-US" altLang="zh-CN" sz="2800" dirty="0">
                <a:solidFill>
                  <a:schemeClr val="tx1"/>
                </a:solidFill>
                <a:ea typeface="Yu Gothic UI" panose="020B0500000000000000" pitchFamily="34" charset="-128"/>
              </a:rPr>
              <a:t>2</a:t>
            </a:r>
            <a:r>
              <a:rPr lang="zh-CN" altLang="en-US" sz="2800" dirty="0">
                <a:solidFill>
                  <a:schemeClr val="tx1"/>
                </a:solidFill>
                <a:ea typeface="Yu Gothic UI" panose="020B0500000000000000" pitchFamily="34" charset="-128"/>
              </a:rPr>
              <a:t>杯牛奶的重量，</a:t>
            </a:r>
            <a:r>
              <a:rPr lang="en-US" altLang="zh-CN" sz="2800" dirty="0">
                <a:solidFill>
                  <a:schemeClr val="tx1"/>
                </a:solidFill>
                <a:ea typeface="Yu Gothic UI" panose="020B0500000000000000" pitchFamily="34" charset="-128"/>
              </a:rPr>
              <a:t>450g-350g</a:t>
            </a:r>
            <a:r>
              <a:rPr lang="en-US" altLang="zh-CN" sz="2800">
                <a:solidFill>
                  <a:schemeClr val="tx1"/>
                </a:solidFill>
                <a:ea typeface="Yu Gothic UI" panose="020B0500000000000000" pitchFamily="34" charset="-128"/>
              </a:rPr>
              <a:t>=100g</a:t>
            </a:r>
            <a:r>
              <a:rPr lang="zh-CN" altLang="en-US" sz="2800">
                <a:solidFill>
                  <a:schemeClr val="tx1"/>
                </a:solidFill>
                <a:ea typeface="Yu Gothic UI" panose="020B0500000000000000" pitchFamily="34" charset="-128"/>
              </a:rPr>
              <a:t>，从而得出</a:t>
            </a:r>
            <a:r>
              <a:rPr lang="en-US" altLang="zh-CN" sz="2800">
                <a:solidFill>
                  <a:schemeClr val="tx1"/>
                </a:solidFill>
                <a:ea typeface="Yu Gothic UI" panose="020B0500000000000000" pitchFamily="34" charset="-128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ea typeface="Yu Gothic UI" panose="020B0500000000000000" pitchFamily="34" charset="-128"/>
              </a:rPr>
              <a:t>杯牛奶的重量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D4CCBCE-986B-D2F2-0211-0BDEFAE7C7EF}"/>
              </a:ext>
            </a:extLst>
          </p:cNvPr>
          <p:cNvSpPr/>
          <p:nvPr/>
        </p:nvSpPr>
        <p:spPr>
          <a:xfrm>
            <a:off x="-10510" y="4745259"/>
            <a:ext cx="12283440" cy="2103111"/>
          </a:xfrm>
          <a:prstGeom prst="rect">
            <a:avLst/>
          </a:prstGeom>
          <a:solidFill>
            <a:schemeClr val="bg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3200" b="1">
                <a:solidFill>
                  <a:schemeClr val="tx1"/>
                </a:solidFill>
              </a:rPr>
              <a:t>第</a:t>
            </a:r>
            <a:r>
              <a:rPr lang="en-US" altLang="zh-CN" sz="3200" b="1">
                <a:solidFill>
                  <a:schemeClr val="tx1"/>
                </a:solidFill>
              </a:rPr>
              <a:t>2</a:t>
            </a:r>
            <a:r>
              <a:rPr lang="zh-CN" altLang="en-US" sz="3200" b="1">
                <a:solidFill>
                  <a:schemeClr val="tx1"/>
                </a:solidFill>
              </a:rPr>
              <a:t>步：结合题目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  <a:ea typeface="Yu Gothic UI" panose="020B0500000000000000" pitchFamily="34" charset="-128"/>
              </a:rPr>
              <a:t>            已知</a:t>
            </a:r>
            <a:r>
              <a:rPr lang="en-US" altLang="zh-CN" sz="2800" dirty="0">
                <a:solidFill>
                  <a:schemeClr val="tx1"/>
                </a:solidFill>
                <a:ea typeface="Yu Gothic UI" panose="020B0500000000000000" pitchFamily="34" charset="-128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ea typeface="Yu Gothic UI" panose="020B0500000000000000" pitchFamily="34" charset="-128"/>
              </a:rPr>
              <a:t>杯牛奶的重量，可以求</a:t>
            </a:r>
            <a:r>
              <a:rPr lang="zh-CN" altLang="en-US" sz="2800">
                <a:solidFill>
                  <a:schemeClr val="tx1"/>
                </a:solidFill>
                <a:ea typeface="Yu Gothic UI" panose="020B0500000000000000" pitchFamily="34" charset="-128"/>
              </a:rPr>
              <a:t>出</a:t>
            </a:r>
            <a:r>
              <a:rPr lang="en-US" altLang="zh-CN" sz="2800">
                <a:solidFill>
                  <a:schemeClr val="tx1"/>
                </a:solidFill>
                <a:ea typeface="Yu Gothic UI" panose="020B0500000000000000" pitchFamily="34" charset="-128"/>
              </a:rPr>
              <a:t>5</a:t>
            </a:r>
            <a:r>
              <a:rPr lang="zh-CN" altLang="en-US" sz="2800">
                <a:solidFill>
                  <a:schemeClr val="tx1"/>
                </a:solidFill>
                <a:ea typeface="Yu Gothic UI" panose="020B0500000000000000" pitchFamily="34" charset="-128"/>
              </a:rPr>
              <a:t>杯牛奶的重量，然后用</a:t>
            </a:r>
            <a:r>
              <a:rPr lang="en-US" altLang="zh-CN" sz="2800">
                <a:solidFill>
                  <a:schemeClr val="tx1"/>
                </a:solidFill>
                <a:ea typeface="Yu Gothic UI" panose="020B0500000000000000" pitchFamily="34" charset="-128"/>
              </a:rPr>
              <a:t>350g</a:t>
            </a:r>
            <a:r>
              <a:rPr lang="zh-CN" altLang="en-US" sz="2800">
                <a:solidFill>
                  <a:schemeClr val="tx1"/>
                </a:solidFill>
                <a:ea typeface="Yu Gothic UI" panose="020B0500000000000000" pitchFamily="34" charset="-128"/>
              </a:rPr>
              <a:t>减去</a:t>
            </a:r>
            <a:r>
              <a:rPr lang="en-US" altLang="zh-CN" sz="2800">
                <a:solidFill>
                  <a:schemeClr val="tx1"/>
                </a:solidFill>
                <a:ea typeface="Yu Gothic UI" panose="020B0500000000000000" pitchFamily="34" charset="-128"/>
              </a:rPr>
              <a:t>5</a:t>
            </a:r>
            <a:r>
              <a:rPr lang="zh-CN" altLang="en-US" sz="2800" dirty="0">
                <a:solidFill>
                  <a:schemeClr val="tx1"/>
                </a:solidFill>
                <a:ea typeface="Yu Gothic UI" panose="020B0500000000000000" pitchFamily="34" charset="-128"/>
              </a:rPr>
              <a:t>杯牛奶的重量，就可以得出空瓶的重量。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945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37179-9D82-B42E-7AE7-8C780355D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一張含有 草, 風車, 戶外, 牛 的圖片&#10;&#10;AI 產生的內容可能不正確。">
            <a:extLst>
              <a:ext uri="{FF2B5EF4-FFF2-40B4-BE49-F238E27FC236}">
                <a16:creationId xmlns:a16="http://schemas.microsoft.com/office/drawing/2014/main" id="{5C87A97E-96F2-71E2-F74A-9014C9C49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80"/>
            <a:ext cx="12192000" cy="685292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E25440D-00AB-FCF9-678E-DA2F0D94E43C}"/>
              </a:ext>
            </a:extLst>
          </p:cNvPr>
          <p:cNvSpPr txBox="1"/>
          <p:nvPr/>
        </p:nvSpPr>
        <p:spPr>
          <a:xfrm>
            <a:off x="0" y="0"/>
            <a:ext cx="12192000" cy="9708170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向一个空瓶子里面倒牛奶，如果先倒进去</a:t>
            </a:r>
            <a:r>
              <a:rPr lang="en-US" altLang="zh-CN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CN" altLang="en-US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杯牛奶，瓶子和牛奶共重</a:t>
            </a:r>
            <a:r>
              <a:rPr lang="en-US" altLang="zh-CN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350</a:t>
            </a:r>
            <a:r>
              <a:rPr lang="zh-CN" altLang="en-US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克；如果倒进去</a:t>
            </a:r>
            <a:r>
              <a:rPr lang="en-US" altLang="zh-CN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lang="zh-CN" altLang="en-US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杯牛奶，瓶子和牛奶共重</a:t>
            </a:r>
            <a:r>
              <a:rPr lang="en-US" altLang="zh-CN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450</a:t>
            </a:r>
            <a:r>
              <a:rPr lang="zh-CN" altLang="en-US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克。一杯牛奶和瓶子各多少克？</a:t>
            </a: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>
              <a:lnSpc>
                <a:spcPct val="150000"/>
              </a:lnSpc>
              <a:defRPr/>
            </a:pPr>
            <a:endParaRPr lang="zh-CN" altLang="en-US" sz="2800" dirty="0">
              <a:solidFill>
                <a:srgbClr val="0070C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B903573-3C75-91C3-ABC7-3CADDF04221F}"/>
              </a:ext>
            </a:extLst>
          </p:cNvPr>
          <p:cNvSpPr txBox="1"/>
          <p:nvPr/>
        </p:nvSpPr>
        <p:spPr>
          <a:xfrm>
            <a:off x="312585" y="225193"/>
            <a:ext cx="3670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5400" b="1">
                <a:solidFill>
                  <a:schemeClr val="accent1"/>
                </a:solidFill>
                <a:latin typeface="Edwardian Script ITC" panose="030303020407070D0804" pitchFamily="66" charset="0"/>
                <a:ea typeface="Yu Gothic UI" panose="020B0500000000000000" pitchFamily="34" charset="-128"/>
              </a:rPr>
              <a:t>列题作答</a:t>
            </a:r>
            <a:endParaRPr lang="zh-CN" altLang="en-US" sz="5400" b="1" dirty="0">
              <a:solidFill>
                <a:schemeClr val="accent1"/>
              </a:solidFill>
              <a:latin typeface="Edwardian Script ITC" panose="030303020407070D0804" pitchFamily="66" charset="0"/>
              <a:ea typeface="Yu Gothic UI" panose="020B0500000000000000" pitchFamily="34" charset="-128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2CB3A5-B00B-F622-6457-3610D8B9091A}"/>
              </a:ext>
            </a:extLst>
          </p:cNvPr>
          <p:cNvSpPr/>
          <p:nvPr/>
        </p:nvSpPr>
        <p:spPr>
          <a:xfrm>
            <a:off x="231227" y="3626066"/>
            <a:ext cx="10352690" cy="2128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zh-CN" sz="2800" b="1" dirty="0">
              <a:solidFill>
                <a:schemeClr val="tx1"/>
              </a:solidFill>
              <a:highlight>
                <a:srgbClr val="FFEF78"/>
              </a:highlight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解答：</a:t>
            </a:r>
            <a:endParaRPr lang="en-US" altLang="zh-CN" sz="2800" b="1" dirty="0">
              <a:solidFill>
                <a:schemeClr val="tx1"/>
              </a:solidFill>
              <a:highlight>
                <a:srgbClr val="FFEF78"/>
              </a:highlight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      </a:t>
            </a:r>
            <a:r>
              <a:rPr lang="zh-CN" altLang="en-US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每杯牛奶的重量：  </a:t>
            </a:r>
            <a:r>
              <a:rPr lang="en-US" altLang="zh-CN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    </a:t>
            </a:r>
            <a:r>
              <a:rPr lang="zh-CN" altLang="en-US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(450g-350g)÷(7</a:t>
            </a:r>
            <a:r>
              <a:rPr lang="zh-CN" altLang="en-US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杯</a:t>
            </a:r>
            <a:r>
              <a:rPr lang="en-US" altLang="zh-CN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-5</a:t>
            </a:r>
            <a:r>
              <a:rPr lang="zh-CN" altLang="en-US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杯</a:t>
            </a:r>
            <a:r>
              <a:rPr lang="en-US" altLang="zh-CN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)=50g/</a:t>
            </a:r>
            <a:r>
              <a:rPr lang="zh-CN" altLang="en-US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杯</a:t>
            </a:r>
            <a:endParaRPr lang="en-US" altLang="zh-CN" sz="2800" b="1" dirty="0">
              <a:solidFill>
                <a:schemeClr val="tx1"/>
              </a:solidFill>
              <a:highlight>
                <a:srgbClr val="FFEF78"/>
              </a:highlight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      空瓶子的重量：       </a:t>
            </a:r>
            <a:r>
              <a:rPr lang="en-US" altLang="zh-CN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     350g-5</a:t>
            </a:r>
            <a:r>
              <a:rPr lang="zh-CN" altLang="en-US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杯</a:t>
            </a:r>
            <a:r>
              <a:rPr lang="en-US" altLang="zh-CN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×50g/</a:t>
            </a:r>
            <a:r>
              <a:rPr lang="zh-CN" altLang="en-US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杯</a:t>
            </a:r>
            <a:r>
              <a:rPr lang="en-US" altLang="zh-CN" sz="2800" b="1" dirty="0">
                <a:solidFill>
                  <a:schemeClr val="tx1"/>
                </a:solidFill>
                <a:highlight>
                  <a:srgbClr val="FFEF78"/>
                </a:highlight>
              </a:rPr>
              <a:t>=100g</a:t>
            </a:r>
            <a:endParaRPr lang="zh-TW" altLang="en-US" sz="2800" b="1" dirty="0">
              <a:solidFill>
                <a:schemeClr val="tx1"/>
              </a:solidFill>
              <a:highlight>
                <a:srgbClr val="FFEF78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3169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84885-EADB-676D-23FD-3B3782BE5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ECA770F4-C784-17E1-AF57-C4FD86A47905}"/>
              </a:ext>
            </a:extLst>
          </p:cNvPr>
          <p:cNvSpPr txBox="1"/>
          <p:nvPr/>
        </p:nvSpPr>
        <p:spPr>
          <a:xfrm>
            <a:off x="5639155" y="1091740"/>
            <a:ext cx="8971280" cy="1569660"/>
          </a:xfrm>
          <a:prstGeom prst="rect">
            <a:avLst/>
          </a:prstGeom>
          <a:noFill/>
          <a:scene3d>
            <a:camera prst="perspectiveHeroicExtremeLeftFacing" fov="0">
              <a:rot lat="1200000" lon="1200000" rev="21000000"/>
            </a:camera>
            <a:lightRig rig="threePt" dir="t"/>
          </a:scene3d>
        </p:spPr>
        <p:txBody>
          <a:bodyPr wrap="square" rtlCol="0">
            <a:spAutoFit/>
            <a:scene3d>
              <a:camera prst="perspectiveRelaxedModerately">
                <a:rot lat="18000000" lon="0" rev="0"/>
              </a:camera>
              <a:lightRig rig="threePt" dir="t"/>
            </a:scene3d>
            <a:sp3d>
              <a:bevelT w="1016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600" b="1" dirty="0">
                <a:solidFill>
                  <a:srgbClr val="0070C0"/>
                </a:solidFill>
                <a:effectLst>
                  <a:glow rad="127000">
                    <a:schemeClr val="accent6">
                      <a:lumMod val="60000"/>
                      <a:lumOff val="40000"/>
                    </a:schemeClr>
                  </a:glow>
                </a:effectLst>
                <a:latin typeface="Trade Gothic Inline" panose="020B0504030203020204" pitchFamily="34" charset="0"/>
                <a:ea typeface="微軟正黑體" panose="020B0604030504040204" pitchFamily="34" charset="-120"/>
              </a:rPr>
              <a:t>数学</a:t>
            </a:r>
            <a:r>
              <a:rPr lang="en-US" altLang="zh-CN" sz="7200" dirty="0">
                <a:solidFill>
                  <a:srgbClr val="0070C0"/>
                </a:solidFill>
                <a:effectLst>
                  <a:glow rad="127000">
                    <a:schemeClr val="accent6">
                      <a:lumMod val="60000"/>
                      <a:lumOff val="40000"/>
                    </a:schemeClr>
                  </a:glow>
                </a:effectLst>
                <a:latin typeface="Trade Gothic Inline" panose="020B0504030203020204" pitchFamily="34" charset="0"/>
                <a:ea typeface="微軟正黑體" panose="020B0604030504040204" pitchFamily="34" charset="-120"/>
              </a:rPr>
              <a:t>---</a:t>
            </a:r>
            <a:r>
              <a:rPr lang="zh-CN" altLang="en-US" sz="7200" dirty="0">
                <a:solidFill>
                  <a:srgbClr val="0070C0"/>
                </a:solidFill>
                <a:effectLst>
                  <a:glow rad="127000">
                    <a:schemeClr val="accent6">
                      <a:lumMod val="60000"/>
                      <a:lumOff val="40000"/>
                    </a:schemeClr>
                  </a:glow>
                </a:effectLst>
                <a:latin typeface="Trade Gothic Inline" panose="020B0504030203020204" pitchFamily="34" charset="0"/>
                <a:ea typeface="微軟正黑體" panose="020B0604030504040204" pitchFamily="34" charset="-120"/>
              </a:rPr>
              <a:t>思维题</a:t>
            </a:r>
            <a:endParaRPr lang="zh-CN" altLang="en-US" sz="9600" dirty="0">
              <a:solidFill>
                <a:srgbClr val="0070C0"/>
              </a:solidFill>
              <a:effectLst>
                <a:glow rad="127000">
                  <a:schemeClr val="accent6">
                    <a:lumMod val="60000"/>
                    <a:lumOff val="40000"/>
                  </a:schemeClr>
                </a:glow>
              </a:effectLst>
              <a:latin typeface="Trade Gothic Inline" panose="020B0504030203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205DA14-F910-9963-7E8E-7E2F27948A95}"/>
              </a:ext>
            </a:extLst>
          </p:cNvPr>
          <p:cNvSpPr txBox="1"/>
          <p:nvPr/>
        </p:nvSpPr>
        <p:spPr>
          <a:xfrm>
            <a:off x="6998030" y="6285596"/>
            <a:ext cx="2095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rgbClr val="7030A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139700" stA="36000" endPos="84000" dist="88900" dir="5400000" sy="-100000" algn="bl" rotWithShape="0"/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班级：四</a:t>
            </a:r>
            <a:r>
              <a:rPr lang="en-US" altLang="zh-CN" sz="2000" b="1" dirty="0">
                <a:solidFill>
                  <a:srgbClr val="7030A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139700" stA="36000" endPos="84000" dist="88900" dir="5400000" sy="-100000" algn="bl" rotWithShape="0"/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(1)</a:t>
            </a:r>
            <a:r>
              <a:rPr lang="zh-CN" altLang="en-US" sz="2000" b="1" dirty="0">
                <a:solidFill>
                  <a:srgbClr val="7030A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139700" stA="36000" endPos="84000" dist="88900" dir="5400000" sy="-100000" algn="bl" rotWithShape="0"/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班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EAB48B5-C23C-6531-AA73-607402974DCD}"/>
              </a:ext>
            </a:extLst>
          </p:cNvPr>
          <p:cNvSpPr txBox="1"/>
          <p:nvPr/>
        </p:nvSpPr>
        <p:spPr>
          <a:xfrm>
            <a:off x="9700425" y="6285596"/>
            <a:ext cx="20953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rgbClr val="7030A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139700" stA="36000" endPos="84000" dist="88900" dir="5400000" sy="-100000" algn="bl" rotWithShape="0"/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分享人：李慕涔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DEC044-F861-75B6-0802-672588D562DC}"/>
              </a:ext>
            </a:extLst>
          </p:cNvPr>
          <p:cNvSpPr/>
          <p:nvPr/>
        </p:nvSpPr>
        <p:spPr>
          <a:xfrm>
            <a:off x="3710580" y="3414397"/>
            <a:ext cx="6294063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unset" dir="t">
                <a:rot lat="0" lon="0" rev="21594000"/>
              </a:lightRig>
            </a:scene3d>
            <a:sp3d extrusionH="57150" prstMaterial="dkEdge">
              <a:bevelT w="152400" h="44450" prst="hardEdge"/>
            </a:sp3d>
          </a:bodyPr>
          <a:lstStyle/>
          <a:p>
            <a:pPr algn="ctr"/>
            <a:r>
              <a:rPr lang="zh-CN" altLang="en-US" sz="6000" b="1" dirty="0">
                <a:ln w="0"/>
                <a:solidFill>
                  <a:schemeClr val="bg1"/>
                </a:solidFill>
                <a:effectLst>
                  <a:glow rad="127000">
                    <a:schemeClr val="accent6">
                      <a:lumMod val="60000"/>
                      <a:lumOff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谢谢大家</a:t>
            </a:r>
            <a:endParaRPr lang="zh-TW" altLang="en-US" sz="6000" b="1" dirty="0">
              <a:ln w="0"/>
              <a:solidFill>
                <a:schemeClr val="bg1"/>
              </a:solidFill>
              <a:effectLst>
                <a:glow rad="127000">
                  <a:schemeClr val="accent6">
                    <a:lumMod val="60000"/>
                    <a:lumOff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8" name="圖片 7" descr="一張含有 玩具, 動物玩偶, 豬, 卡通 的圖片&#10;&#10;AI 產生的內容可能不正確。">
            <a:extLst>
              <a:ext uri="{FF2B5EF4-FFF2-40B4-BE49-F238E27FC236}">
                <a16:creationId xmlns:a16="http://schemas.microsoft.com/office/drawing/2014/main" id="{6E1547A2-E008-6299-A7F3-F79AF0900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205"/>
            <a:ext cx="5193971" cy="688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6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335</Words>
  <Application>Microsoft Office PowerPoint</Application>
  <PresentationFormat>寬螢幕</PresentationFormat>
  <Paragraphs>46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3" baseType="lpstr">
      <vt:lpstr>等线</vt:lpstr>
      <vt:lpstr>等线 Light</vt:lpstr>
      <vt:lpstr>Yu Gothic UI</vt:lpstr>
      <vt:lpstr>微軟正黑體</vt:lpstr>
      <vt:lpstr>Arial</vt:lpstr>
      <vt:lpstr>Edwardian Script ITC</vt:lpstr>
      <vt:lpstr>Trade Gothic Inline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Terence Yang(楊金晶_PSZ)</dc:creator>
  <cp:lastModifiedBy>Reactor Li(李強_PTB)</cp:lastModifiedBy>
  <cp:revision>12</cp:revision>
  <dcterms:created xsi:type="dcterms:W3CDTF">2023-06-13T00:19:39Z</dcterms:created>
  <dcterms:modified xsi:type="dcterms:W3CDTF">2025-12-11T04:08:49Z</dcterms:modified>
</cp:coreProperties>
</file>